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0" r:id="rId5"/>
    <p:sldId id="258" r:id="rId6"/>
    <p:sldId id="261"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AFF"/>
    <a:srgbClr val="FF66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D1F2B-8519-9C8D-9451-179E03A7F4F8}" v="369" dt="2026-06-26T01:38:16.419"/>
    <p1510:client id="{F50DC05B-7DB8-A914-F4C8-65C5F208C264}" v="439" dt="2026-06-25T02:10:11.0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p:scale>
          <a:sx n="66" d="100"/>
          <a:sy n="66" d="100"/>
        </p:scale>
        <p:origin x="208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BB01DD-BFFE-404A-8E7C-D3DED8B618FE}" type="doc">
      <dgm:prSet loTypeId="urn:microsoft.com/office/officeart/2005/8/layout/hierarchy2" loCatId="hierarchy" qsTypeId="urn:microsoft.com/office/officeart/2005/8/quickstyle/simple1" qsCatId="simple" csTypeId="urn:microsoft.com/office/officeart/2005/8/colors/accent0_1" csCatId="mainScheme" phldr="1"/>
      <dgm:spPr/>
      <dgm:t>
        <a:bodyPr/>
        <a:lstStyle/>
        <a:p>
          <a:endParaRPr kumimoji="1" lang="ja-JP" altLang="en-US"/>
        </a:p>
      </dgm:t>
    </dgm:pt>
    <dgm:pt modelId="{9BAD8006-578D-4408-9B31-A160DFAAE5C3}">
      <dgm:prSet phldrT="[テキスト]"/>
      <dgm:spPr/>
      <dgm:t>
        <a:bodyPr/>
        <a:lstStyle/>
        <a:p>
          <a:r>
            <a:rPr kumimoji="1" lang="en-US" altLang="ja-JP" dirty="0" err="1"/>
            <a:t>GameManager</a:t>
          </a:r>
          <a:endParaRPr kumimoji="1" lang="ja-JP" altLang="en-US" dirty="0"/>
        </a:p>
      </dgm:t>
    </dgm:pt>
    <dgm:pt modelId="{567CF011-94D9-43E9-8EA7-DE97E8E03DF1}" type="parTrans" cxnId="{4D074533-8D1F-422D-95A9-0C67C5522EEF}">
      <dgm:prSet/>
      <dgm:spPr/>
      <dgm:t>
        <a:bodyPr/>
        <a:lstStyle/>
        <a:p>
          <a:endParaRPr kumimoji="1" lang="ja-JP" altLang="en-US"/>
        </a:p>
      </dgm:t>
    </dgm:pt>
    <dgm:pt modelId="{AB34D9F8-74F3-43B6-B8B4-08BA4EA1EEA0}" type="sibTrans" cxnId="{4D074533-8D1F-422D-95A9-0C67C5522EEF}">
      <dgm:prSet/>
      <dgm:spPr/>
      <dgm:t>
        <a:bodyPr/>
        <a:lstStyle/>
        <a:p>
          <a:endParaRPr kumimoji="1" lang="ja-JP" altLang="en-US"/>
        </a:p>
      </dgm:t>
    </dgm:pt>
    <dgm:pt modelId="{BEAF6E10-BDD1-4AD6-A855-693948418FA0}">
      <dgm:prSet phldrT="[テキスト]" phldr="0"/>
      <dgm:spPr/>
      <dgm:t>
        <a:bodyPr/>
        <a:lstStyle/>
        <a:p>
          <a:r>
            <a:rPr kumimoji="1" lang="en-US" altLang="ja-JP" dirty="0" err="1"/>
            <a:t>PlayerController</a:t>
          </a:r>
          <a:endParaRPr kumimoji="1" lang="ja-JP" altLang="en-US" dirty="0"/>
        </a:p>
      </dgm:t>
    </dgm:pt>
    <dgm:pt modelId="{D96FD045-0494-4571-8E5E-81009A3A1942}" type="parTrans" cxnId="{FF5E1435-8CEB-448E-9F17-393383A92057}">
      <dgm:prSet/>
      <dgm:spPr/>
      <dgm:t>
        <a:bodyPr/>
        <a:lstStyle/>
        <a:p>
          <a:endParaRPr kumimoji="1" lang="ja-JP" altLang="en-US"/>
        </a:p>
      </dgm:t>
    </dgm:pt>
    <dgm:pt modelId="{B38D171B-E4D2-4F32-911C-0D731964C734}" type="sibTrans" cxnId="{FF5E1435-8CEB-448E-9F17-393383A92057}">
      <dgm:prSet/>
      <dgm:spPr/>
      <dgm:t>
        <a:bodyPr/>
        <a:lstStyle/>
        <a:p>
          <a:endParaRPr kumimoji="1" lang="ja-JP" altLang="en-US"/>
        </a:p>
      </dgm:t>
    </dgm:pt>
    <dgm:pt modelId="{DB3408E4-C204-4C76-A5B4-1573D6795A8D}">
      <dgm:prSet phldrT="[テキスト]" phldr="0"/>
      <dgm:spPr/>
      <dgm:t>
        <a:bodyPr/>
        <a:lstStyle/>
        <a:p>
          <a:r>
            <a:rPr kumimoji="1" lang="en-US" altLang="ja-JP" dirty="0" err="1"/>
            <a:t>Mochibeam</a:t>
          </a:r>
          <a:endParaRPr kumimoji="1" lang="ja-JP" altLang="en-US" dirty="0"/>
        </a:p>
      </dgm:t>
    </dgm:pt>
    <dgm:pt modelId="{321B9164-A96F-44BF-BC88-2B6B633108D4}" type="parTrans" cxnId="{213F322A-6791-4152-89A8-850A29A6A167}">
      <dgm:prSet/>
      <dgm:spPr/>
      <dgm:t>
        <a:bodyPr/>
        <a:lstStyle/>
        <a:p>
          <a:endParaRPr kumimoji="1" lang="ja-JP" altLang="en-US"/>
        </a:p>
      </dgm:t>
    </dgm:pt>
    <dgm:pt modelId="{B424DE2F-7BE3-4347-BF2E-ACD1636B5845}" type="sibTrans" cxnId="{213F322A-6791-4152-89A8-850A29A6A167}">
      <dgm:prSet/>
      <dgm:spPr/>
      <dgm:t>
        <a:bodyPr/>
        <a:lstStyle/>
        <a:p>
          <a:endParaRPr kumimoji="1" lang="ja-JP" altLang="en-US"/>
        </a:p>
      </dgm:t>
    </dgm:pt>
    <dgm:pt modelId="{756DC2E4-2AEA-408C-AFE9-E383FB965AFB}">
      <dgm:prSet phldrT="[テキスト]" phldr="0"/>
      <dgm:spPr/>
      <dgm:t>
        <a:bodyPr/>
        <a:lstStyle/>
        <a:p>
          <a:r>
            <a:rPr kumimoji="1" lang="en-US" altLang="ja-JP" dirty="0" err="1"/>
            <a:t>EnemySpawner</a:t>
          </a:r>
          <a:endParaRPr kumimoji="1" lang="ja-JP" altLang="en-US" dirty="0"/>
        </a:p>
      </dgm:t>
    </dgm:pt>
    <dgm:pt modelId="{11A2E6B4-5B35-472F-8F20-2A6378F6B67F}" type="parTrans" cxnId="{FAF01402-3416-4A85-B892-06EA82B3A3AA}">
      <dgm:prSet/>
      <dgm:spPr/>
      <dgm:t>
        <a:bodyPr/>
        <a:lstStyle/>
        <a:p>
          <a:endParaRPr kumimoji="1" lang="ja-JP" altLang="en-US"/>
        </a:p>
      </dgm:t>
    </dgm:pt>
    <dgm:pt modelId="{FBC07319-7696-40F1-8C68-72CB551B201B}" type="sibTrans" cxnId="{FAF01402-3416-4A85-B892-06EA82B3A3AA}">
      <dgm:prSet/>
      <dgm:spPr/>
      <dgm:t>
        <a:bodyPr/>
        <a:lstStyle/>
        <a:p>
          <a:endParaRPr kumimoji="1" lang="ja-JP" altLang="en-US"/>
        </a:p>
      </dgm:t>
    </dgm:pt>
    <dgm:pt modelId="{BA032984-CCE7-46EF-8FC2-C64D5762010D}">
      <dgm:prSet phldrT="[テキスト]"/>
      <dgm:spPr/>
      <dgm:t>
        <a:bodyPr/>
        <a:lstStyle/>
        <a:p>
          <a:r>
            <a:rPr kumimoji="1" lang="en-US" altLang="ja-JP" dirty="0"/>
            <a:t>Enemy</a:t>
          </a:r>
          <a:endParaRPr kumimoji="1" lang="ja-JP" altLang="en-US" dirty="0"/>
        </a:p>
      </dgm:t>
    </dgm:pt>
    <dgm:pt modelId="{DFFF8624-CA93-4AC6-8F2E-D54725DE8770}" type="parTrans" cxnId="{E6D6FDF4-BC93-48B3-955D-02733F969D58}">
      <dgm:prSet/>
      <dgm:spPr/>
      <dgm:t>
        <a:bodyPr/>
        <a:lstStyle/>
        <a:p>
          <a:endParaRPr kumimoji="1" lang="ja-JP" altLang="en-US"/>
        </a:p>
      </dgm:t>
    </dgm:pt>
    <dgm:pt modelId="{3751454A-F0C4-44B9-8904-4DBA7C074261}" type="sibTrans" cxnId="{E6D6FDF4-BC93-48B3-955D-02733F969D58}">
      <dgm:prSet/>
      <dgm:spPr/>
      <dgm:t>
        <a:bodyPr/>
        <a:lstStyle/>
        <a:p>
          <a:endParaRPr kumimoji="1" lang="ja-JP" altLang="en-US"/>
        </a:p>
      </dgm:t>
    </dgm:pt>
    <dgm:pt modelId="{5C453432-E5BF-4B4A-A49F-4D7CB5ECFB08}">
      <dgm:prSet phldrT="[テキスト]" phldr="0"/>
      <dgm:spPr/>
      <dgm:t>
        <a:bodyPr/>
        <a:lstStyle/>
        <a:p>
          <a:r>
            <a:rPr kumimoji="1" lang="en-US" altLang="ja-JP" dirty="0" err="1"/>
            <a:t>EnemyData</a:t>
          </a:r>
          <a:endParaRPr kumimoji="1" lang="ja-JP" altLang="en-US" dirty="0"/>
        </a:p>
      </dgm:t>
    </dgm:pt>
    <dgm:pt modelId="{1E77F655-16F7-4425-AE43-9EA38871F56E}" type="parTrans" cxnId="{DB7EB02A-4A74-41E8-A374-A8D0677A7FBE}">
      <dgm:prSet/>
      <dgm:spPr/>
      <dgm:t>
        <a:bodyPr/>
        <a:lstStyle/>
        <a:p>
          <a:endParaRPr kumimoji="1" lang="ja-JP" altLang="en-US"/>
        </a:p>
      </dgm:t>
    </dgm:pt>
    <dgm:pt modelId="{3AE906CE-C639-456A-B9C6-BD5A6B79AF0A}" type="sibTrans" cxnId="{DB7EB02A-4A74-41E8-A374-A8D0677A7FBE}">
      <dgm:prSet/>
      <dgm:spPr/>
      <dgm:t>
        <a:bodyPr/>
        <a:lstStyle/>
        <a:p>
          <a:endParaRPr kumimoji="1" lang="ja-JP" altLang="en-US"/>
        </a:p>
      </dgm:t>
    </dgm:pt>
    <dgm:pt modelId="{FB543801-39D8-409C-A057-8330D0D474CF}">
      <dgm:prSet phldrT="[テキスト]"/>
      <dgm:spPr/>
      <dgm:t>
        <a:bodyPr/>
        <a:lstStyle/>
        <a:p>
          <a:r>
            <a:rPr kumimoji="1" lang="en-US" altLang="ja-JP" dirty="0" err="1"/>
            <a:t>OptionManager</a:t>
          </a:r>
          <a:endParaRPr kumimoji="1" lang="ja-JP" altLang="en-US" dirty="0"/>
        </a:p>
      </dgm:t>
    </dgm:pt>
    <dgm:pt modelId="{8F64E7C9-2FCA-4750-94A8-248EC1FB1466}" type="parTrans" cxnId="{E2399C13-DDA2-4CF0-986F-67C7973B2C3F}">
      <dgm:prSet/>
      <dgm:spPr/>
      <dgm:t>
        <a:bodyPr/>
        <a:lstStyle/>
        <a:p>
          <a:endParaRPr kumimoji="1" lang="ja-JP" altLang="en-US"/>
        </a:p>
      </dgm:t>
    </dgm:pt>
    <dgm:pt modelId="{8A2D6B8E-7C80-4EF9-82F0-3372B1BD3C3E}" type="sibTrans" cxnId="{E2399C13-DDA2-4CF0-986F-67C7973B2C3F}">
      <dgm:prSet/>
      <dgm:spPr/>
      <dgm:t>
        <a:bodyPr/>
        <a:lstStyle/>
        <a:p>
          <a:endParaRPr kumimoji="1" lang="ja-JP" altLang="en-US"/>
        </a:p>
      </dgm:t>
    </dgm:pt>
    <dgm:pt modelId="{643CDE30-09FB-4902-8F50-03A4574E5741}">
      <dgm:prSet phldrT="[テキスト]" phldr="0"/>
      <dgm:spPr/>
      <dgm:t>
        <a:bodyPr/>
        <a:lstStyle/>
        <a:p>
          <a:r>
            <a:rPr kumimoji="1" lang="en-US" altLang="ja-JP" dirty="0" err="1"/>
            <a:t>BGMManager</a:t>
          </a:r>
          <a:endParaRPr kumimoji="1" lang="en-US" altLang="ja-JP" dirty="0"/>
        </a:p>
        <a:p>
          <a:r>
            <a:rPr kumimoji="1" lang="en-US" altLang="ja-JP" dirty="0" err="1"/>
            <a:t>SEManager</a:t>
          </a:r>
          <a:endParaRPr kumimoji="1" lang="en-US" altLang="ja-JP" dirty="0"/>
        </a:p>
      </dgm:t>
    </dgm:pt>
    <dgm:pt modelId="{E1463FFB-38B1-412A-966E-3837FFDC69D2}" type="parTrans" cxnId="{3C114A7B-8E72-42AA-9D9E-35ADD50EE0F2}">
      <dgm:prSet/>
      <dgm:spPr/>
      <dgm:t>
        <a:bodyPr/>
        <a:lstStyle/>
        <a:p>
          <a:endParaRPr kumimoji="1" lang="ja-JP" altLang="en-US"/>
        </a:p>
      </dgm:t>
    </dgm:pt>
    <dgm:pt modelId="{5F7EB034-6F63-4A57-AA50-46F9930AD0CE}" type="sibTrans" cxnId="{3C114A7B-8E72-42AA-9D9E-35ADD50EE0F2}">
      <dgm:prSet/>
      <dgm:spPr/>
      <dgm:t>
        <a:bodyPr/>
        <a:lstStyle/>
        <a:p>
          <a:endParaRPr kumimoji="1" lang="ja-JP" altLang="en-US"/>
        </a:p>
      </dgm:t>
    </dgm:pt>
    <dgm:pt modelId="{282CA97D-5027-4689-A72A-3CDFFFB63A29}">
      <dgm:prSet phldrT="[テキスト]"/>
      <dgm:spPr/>
      <dgm:t>
        <a:bodyPr/>
        <a:lstStyle/>
        <a:p>
          <a:r>
            <a:rPr kumimoji="1" lang="en-US" altLang="ja-JP" dirty="0" err="1"/>
            <a:t>ScoreManager</a:t>
          </a:r>
          <a:endParaRPr kumimoji="1" lang="ja-JP" altLang="en-US" dirty="0"/>
        </a:p>
      </dgm:t>
    </dgm:pt>
    <dgm:pt modelId="{5D57EF8B-4B48-4AA4-A06D-54CA2B0871AF}" type="parTrans" cxnId="{5014B182-9016-4CD5-88DF-087720763415}">
      <dgm:prSet/>
      <dgm:spPr/>
      <dgm:t>
        <a:bodyPr/>
        <a:lstStyle/>
        <a:p>
          <a:endParaRPr kumimoji="1" lang="ja-JP" altLang="en-US"/>
        </a:p>
      </dgm:t>
    </dgm:pt>
    <dgm:pt modelId="{8316A781-CD1A-42AB-9EE0-CD8976662554}" type="sibTrans" cxnId="{5014B182-9016-4CD5-88DF-087720763415}">
      <dgm:prSet/>
      <dgm:spPr/>
      <dgm:t>
        <a:bodyPr/>
        <a:lstStyle/>
        <a:p>
          <a:endParaRPr kumimoji="1" lang="ja-JP" altLang="en-US"/>
        </a:p>
      </dgm:t>
    </dgm:pt>
    <dgm:pt modelId="{3091A9BC-D239-4409-84B8-DA0AAB8C6BBB}">
      <dgm:prSet phldrT="[テキスト]" phldr="0"/>
      <dgm:spPr/>
      <dgm:t>
        <a:bodyPr/>
        <a:lstStyle/>
        <a:p>
          <a:r>
            <a:rPr kumimoji="1" lang="en-US" altLang="ja-JP" dirty="0" err="1"/>
            <a:t>RecoveryItem</a:t>
          </a:r>
          <a:endParaRPr kumimoji="1" lang="ja-JP" altLang="en-US" dirty="0"/>
        </a:p>
      </dgm:t>
    </dgm:pt>
    <dgm:pt modelId="{E2C0B170-946F-40F0-AC4F-366848609A3D}" type="parTrans" cxnId="{70C75E3E-6B3F-486B-8586-A3CFAA9D2AFC}">
      <dgm:prSet/>
      <dgm:spPr/>
      <dgm:t>
        <a:bodyPr/>
        <a:lstStyle/>
        <a:p>
          <a:endParaRPr kumimoji="1" lang="ja-JP" altLang="en-US"/>
        </a:p>
      </dgm:t>
    </dgm:pt>
    <dgm:pt modelId="{3AEF4829-66BB-4AF0-9EF5-9FAFEBD8079F}" type="sibTrans" cxnId="{70C75E3E-6B3F-486B-8586-A3CFAA9D2AFC}">
      <dgm:prSet/>
      <dgm:spPr/>
      <dgm:t>
        <a:bodyPr/>
        <a:lstStyle/>
        <a:p>
          <a:endParaRPr kumimoji="1" lang="ja-JP" altLang="en-US"/>
        </a:p>
      </dgm:t>
    </dgm:pt>
    <dgm:pt modelId="{59D64B20-80AA-4B63-B245-107A08FCF399}">
      <dgm:prSet phldrT="[テキスト]" phldr="0"/>
      <dgm:spPr/>
      <dgm:t>
        <a:bodyPr/>
        <a:lstStyle/>
        <a:p>
          <a:r>
            <a:rPr kumimoji="1" lang="en-US" altLang="ja-JP" dirty="0" err="1"/>
            <a:t>FloatingEnemy</a:t>
          </a:r>
          <a:endParaRPr kumimoji="1" lang="en-US" altLang="ja-JP" dirty="0"/>
        </a:p>
      </dgm:t>
    </dgm:pt>
    <dgm:pt modelId="{103BA646-0913-4A22-9B35-CD4302A727C2}" type="parTrans" cxnId="{C0FD8EF1-A330-4548-97D3-4F62C216CE6D}">
      <dgm:prSet/>
      <dgm:spPr/>
      <dgm:t>
        <a:bodyPr/>
        <a:lstStyle/>
        <a:p>
          <a:endParaRPr kumimoji="1" lang="ja-JP" altLang="en-US"/>
        </a:p>
      </dgm:t>
    </dgm:pt>
    <dgm:pt modelId="{62C9E040-CDE6-4A88-878F-7BFE03800C59}" type="sibTrans" cxnId="{C0FD8EF1-A330-4548-97D3-4F62C216CE6D}">
      <dgm:prSet/>
      <dgm:spPr/>
      <dgm:t>
        <a:bodyPr/>
        <a:lstStyle/>
        <a:p>
          <a:endParaRPr kumimoji="1" lang="ja-JP" altLang="en-US"/>
        </a:p>
      </dgm:t>
    </dgm:pt>
    <dgm:pt modelId="{F6488265-015C-440B-9314-66BDC5B2B52E}" type="pres">
      <dgm:prSet presAssocID="{02BB01DD-BFFE-404A-8E7C-D3DED8B618FE}" presName="diagram" presStyleCnt="0">
        <dgm:presLayoutVars>
          <dgm:chPref val="1"/>
          <dgm:dir/>
          <dgm:animOne val="branch"/>
          <dgm:animLvl val="lvl"/>
          <dgm:resizeHandles val="exact"/>
        </dgm:presLayoutVars>
      </dgm:prSet>
      <dgm:spPr/>
    </dgm:pt>
    <dgm:pt modelId="{427128B9-AB0C-4E01-9C45-421F0F952974}" type="pres">
      <dgm:prSet presAssocID="{9BAD8006-578D-4408-9B31-A160DFAAE5C3}" presName="root1" presStyleCnt="0"/>
      <dgm:spPr/>
    </dgm:pt>
    <dgm:pt modelId="{37B6875F-7310-493C-8222-9B5F32145284}" type="pres">
      <dgm:prSet presAssocID="{9BAD8006-578D-4408-9B31-A160DFAAE5C3}" presName="LevelOneTextNode" presStyleLbl="node0" presStyleIdx="0" presStyleCnt="1">
        <dgm:presLayoutVars>
          <dgm:chPref val="3"/>
        </dgm:presLayoutVars>
      </dgm:prSet>
      <dgm:spPr/>
    </dgm:pt>
    <dgm:pt modelId="{33ED1AB3-8E08-4168-B06E-22A8946E4B5B}" type="pres">
      <dgm:prSet presAssocID="{9BAD8006-578D-4408-9B31-A160DFAAE5C3}" presName="level2hierChild" presStyleCnt="0"/>
      <dgm:spPr/>
    </dgm:pt>
    <dgm:pt modelId="{D699DD5A-E867-4CC4-BC22-0D13FDE098A4}" type="pres">
      <dgm:prSet presAssocID="{D96FD045-0494-4571-8E5E-81009A3A1942}" presName="conn2-1" presStyleLbl="parChTrans1D2" presStyleIdx="0" presStyleCnt="5"/>
      <dgm:spPr/>
    </dgm:pt>
    <dgm:pt modelId="{CA830E6E-E157-4F4F-B58C-47F2D8F6BDE5}" type="pres">
      <dgm:prSet presAssocID="{D96FD045-0494-4571-8E5E-81009A3A1942}" presName="connTx" presStyleLbl="parChTrans1D2" presStyleIdx="0" presStyleCnt="5"/>
      <dgm:spPr/>
    </dgm:pt>
    <dgm:pt modelId="{3CE753A5-F9D9-4479-A5B9-C687EDD8F95E}" type="pres">
      <dgm:prSet presAssocID="{BEAF6E10-BDD1-4AD6-A855-693948418FA0}" presName="root2" presStyleCnt="0"/>
      <dgm:spPr/>
    </dgm:pt>
    <dgm:pt modelId="{ED6D27B2-36F2-4BA5-ACA5-3285528F0312}" type="pres">
      <dgm:prSet presAssocID="{BEAF6E10-BDD1-4AD6-A855-693948418FA0}" presName="LevelTwoTextNode" presStyleLbl="node2" presStyleIdx="0" presStyleCnt="5">
        <dgm:presLayoutVars>
          <dgm:chPref val="3"/>
        </dgm:presLayoutVars>
      </dgm:prSet>
      <dgm:spPr/>
    </dgm:pt>
    <dgm:pt modelId="{D25F3C18-499B-41AD-8E00-F7C5DBF89708}" type="pres">
      <dgm:prSet presAssocID="{BEAF6E10-BDD1-4AD6-A855-693948418FA0}" presName="level3hierChild" presStyleCnt="0"/>
      <dgm:spPr/>
    </dgm:pt>
    <dgm:pt modelId="{22FA48DC-EC02-4F73-A83F-8BDE7F696907}" type="pres">
      <dgm:prSet presAssocID="{321B9164-A96F-44BF-BC88-2B6B633108D4}" presName="conn2-1" presStyleLbl="parChTrans1D3" presStyleIdx="0" presStyleCnt="5"/>
      <dgm:spPr/>
    </dgm:pt>
    <dgm:pt modelId="{AAB7301F-BA3F-4626-A9BD-635E750DB9EA}" type="pres">
      <dgm:prSet presAssocID="{321B9164-A96F-44BF-BC88-2B6B633108D4}" presName="connTx" presStyleLbl="parChTrans1D3" presStyleIdx="0" presStyleCnt="5"/>
      <dgm:spPr/>
    </dgm:pt>
    <dgm:pt modelId="{33121E01-A27B-43C7-A481-5A2344F5B793}" type="pres">
      <dgm:prSet presAssocID="{DB3408E4-C204-4C76-A5B4-1573D6795A8D}" presName="root2" presStyleCnt="0"/>
      <dgm:spPr/>
    </dgm:pt>
    <dgm:pt modelId="{98CC1F9C-36BF-4492-AEE1-491E77DC77B9}" type="pres">
      <dgm:prSet presAssocID="{DB3408E4-C204-4C76-A5B4-1573D6795A8D}" presName="LevelTwoTextNode" presStyleLbl="node3" presStyleIdx="0" presStyleCnt="5">
        <dgm:presLayoutVars>
          <dgm:chPref val="3"/>
        </dgm:presLayoutVars>
      </dgm:prSet>
      <dgm:spPr/>
    </dgm:pt>
    <dgm:pt modelId="{5C256B2D-0E28-4CD0-90FA-BD19343D0D0E}" type="pres">
      <dgm:prSet presAssocID="{DB3408E4-C204-4C76-A5B4-1573D6795A8D}" presName="level3hierChild" presStyleCnt="0"/>
      <dgm:spPr/>
    </dgm:pt>
    <dgm:pt modelId="{720DF4CB-30FC-4730-A92B-073B57A19190}" type="pres">
      <dgm:prSet presAssocID="{E2C0B170-946F-40F0-AC4F-366848609A3D}" presName="conn2-1" presStyleLbl="parChTrans1D3" presStyleIdx="1" presStyleCnt="5"/>
      <dgm:spPr/>
    </dgm:pt>
    <dgm:pt modelId="{03A224BA-705D-4140-B49D-0D0E519CCE6F}" type="pres">
      <dgm:prSet presAssocID="{E2C0B170-946F-40F0-AC4F-366848609A3D}" presName="connTx" presStyleLbl="parChTrans1D3" presStyleIdx="1" presStyleCnt="5"/>
      <dgm:spPr/>
    </dgm:pt>
    <dgm:pt modelId="{8AFC2614-1EA0-471A-8567-358E5AECB2A6}" type="pres">
      <dgm:prSet presAssocID="{3091A9BC-D239-4409-84B8-DA0AAB8C6BBB}" presName="root2" presStyleCnt="0"/>
      <dgm:spPr/>
    </dgm:pt>
    <dgm:pt modelId="{4984444F-44A7-46D3-BCA8-0D4DB263D832}" type="pres">
      <dgm:prSet presAssocID="{3091A9BC-D239-4409-84B8-DA0AAB8C6BBB}" presName="LevelTwoTextNode" presStyleLbl="node3" presStyleIdx="1" presStyleCnt="5">
        <dgm:presLayoutVars>
          <dgm:chPref val="3"/>
        </dgm:presLayoutVars>
      </dgm:prSet>
      <dgm:spPr/>
    </dgm:pt>
    <dgm:pt modelId="{F7BC1D49-330C-4B0F-956F-A3E76FB93D4F}" type="pres">
      <dgm:prSet presAssocID="{3091A9BC-D239-4409-84B8-DA0AAB8C6BBB}" presName="level3hierChild" presStyleCnt="0"/>
      <dgm:spPr/>
    </dgm:pt>
    <dgm:pt modelId="{316B6026-5BF4-4CA7-B565-286AA7764DBD}" type="pres">
      <dgm:prSet presAssocID="{11A2E6B4-5B35-472F-8F20-2A6378F6B67F}" presName="conn2-1" presStyleLbl="parChTrans1D2" presStyleIdx="1" presStyleCnt="5"/>
      <dgm:spPr/>
    </dgm:pt>
    <dgm:pt modelId="{86430E6A-4AC7-4A24-8C11-34551B73A34E}" type="pres">
      <dgm:prSet presAssocID="{11A2E6B4-5B35-472F-8F20-2A6378F6B67F}" presName="connTx" presStyleLbl="parChTrans1D2" presStyleIdx="1" presStyleCnt="5"/>
      <dgm:spPr/>
    </dgm:pt>
    <dgm:pt modelId="{C8F9A2A6-8983-4897-AB3B-763388FAE343}" type="pres">
      <dgm:prSet presAssocID="{756DC2E4-2AEA-408C-AFE9-E383FB965AFB}" presName="root2" presStyleCnt="0"/>
      <dgm:spPr/>
    </dgm:pt>
    <dgm:pt modelId="{B372DC73-EE5C-45F4-8027-42F4436F27A9}" type="pres">
      <dgm:prSet presAssocID="{756DC2E4-2AEA-408C-AFE9-E383FB965AFB}" presName="LevelTwoTextNode" presStyleLbl="node2" presStyleIdx="1" presStyleCnt="5">
        <dgm:presLayoutVars>
          <dgm:chPref val="3"/>
        </dgm:presLayoutVars>
      </dgm:prSet>
      <dgm:spPr/>
    </dgm:pt>
    <dgm:pt modelId="{6243193C-EE7D-4920-BC16-87819B7F9CA5}" type="pres">
      <dgm:prSet presAssocID="{756DC2E4-2AEA-408C-AFE9-E383FB965AFB}" presName="level3hierChild" presStyleCnt="0"/>
      <dgm:spPr/>
    </dgm:pt>
    <dgm:pt modelId="{8793C17D-73FB-42F4-AF34-70E787E78091}" type="pres">
      <dgm:prSet presAssocID="{DFFF8624-CA93-4AC6-8F2E-D54725DE8770}" presName="conn2-1" presStyleLbl="parChTrans1D3" presStyleIdx="2" presStyleCnt="5"/>
      <dgm:spPr/>
    </dgm:pt>
    <dgm:pt modelId="{78EDBD7A-88AF-4ABE-9BAC-83F1D440A7CE}" type="pres">
      <dgm:prSet presAssocID="{DFFF8624-CA93-4AC6-8F2E-D54725DE8770}" presName="connTx" presStyleLbl="parChTrans1D3" presStyleIdx="2" presStyleCnt="5"/>
      <dgm:spPr/>
    </dgm:pt>
    <dgm:pt modelId="{B28CCF5C-9A79-4939-AFF4-71368859E40E}" type="pres">
      <dgm:prSet presAssocID="{BA032984-CCE7-46EF-8FC2-C64D5762010D}" presName="root2" presStyleCnt="0"/>
      <dgm:spPr/>
    </dgm:pt>
    <dgm:pt modelId="{CFBBDB94-258A-4AA6-A745-EFCCED15D6F9}" type="pres">
      <dgm:prSet presAssocID="{BA032984-CCE7-46EF-8FC2-C64D5762010D}" presName="LevelTwoTextNode" presStyleLbl="node3" presStyleIdx="2" presStyleCnt="5">
        <dgm:presLayoutVars>
          <dgm:chPref val="3"/>
        </dgm:presLayoutVars>
      </dgm:prSet>
      <dgm:spPr/>
    </dgm:pt>
    <dgm:pt modelId="{E48E5BE1-43AE-4A35-9E9D-A9A33EEA1655}" type="pres">
      <dgm:prSet presAssocID="{BA032984-CCE7-46EF-8FC2-C64D5762010D}" presName="level3hierChild" presStyleCnt="0"/>
      <dgm:spPr/>
    </dgm:pt>
    <dgm:pt modelId="{0D297C97-C5D9-40EC-BEC8-E4EDC51F8D4C}" type="pres">
      <dgm:prSet presAssocID="{1E77F655-16F7-4425-AE43-9EA38871F56E}" presName="conn2-1" presStyleLbl="parChTrans1D3" presStyleIdx="3" presStyleCnt="5"/>
      <dgm:spPr/>
    </dgm:pt>
    <dgm:pt modelId="{5824B7F5-D906-4BBB-B3A3-87CBD7CBBB73}" type="pres">
      <dgm:prSet presAssocID="{1E77F655-16F7-4425-AE43-9EA38871F56E}" presName="connTx" presStyleLbl="parChTrans1D3" presStyleIdx="3" presStyleCnt="5"/>
      <dgm:spPr/>
    </dgm:pt>
    <dgm:pt modelId="{1B444F5D-4DE2-472C-9A27-CEDC9DC89A94}" type="pres">
      <dgm:prSet presAssocID="{5C453432-E5BF-4B4A-A49F-4D7CB5ECFB08}" presName="root2" presStyleCnt="0"/>
      <dgm:spPr/>
    </dgm:pt>
    <dgm:pt modelId="{63B5685B-A818-418B-B7E1-13F3A3ED7D8B}" type="pres">
      <dgm:prSet presAssocID="{5C453432-E5BF-4B4A-A49F-4D7CB5ECFB08}" presName="LevelTwoTextNode" presStyleLbl="node3" presStyleIdx="3" presStyleCnt="5">
        <dgm:presLayoutVars>
          <dgm:chPref val="3"/>
        </dgm:presLayoutVars>
      </dgm:prSet>
      <dgm:spPr/>
    </dgm:pt>
    <dgm:pt modelId="{9EBDBCE7-7633-4089-AA98-94095F7A21C5}" type="pres">
      <dgm:prSet presAssocID="{5C453432-E5BF-4B4A-A49F-4D7CB5ECFB08}" presName="level3hierChild" presStyleCnt="0"/>
      <dgm:spPr/>
    </dgm:pt>
    <dgm:pt modelId="{A223EE54-9C1E-414D-8AFA-B42963A8F6EE}" type="pres">
      <dgm:prSet presAssocID="{103BA646-0913-4A22-9B35-CD4302A727C2}" presName="conn2-1" presStyleLbl="parChTrans1D3" presStyleIdx="4" presStyleCnt="5"/>
      <dgm:spPr/>
    </dgm:pt>
    <dgm:pt modelId="{BEEEB255-97B8-466D-AE0A-DFE0817EBB5A}" type="pres">
      <dgm:prSet presAssocID="{103BA646-0913-4A22-9B35-CD4302A727C2}" presName="connTx" presStyleLbl="parChTrans1D3" presStyleIdx="4" presStyleCnt="5"/>
      <dgm:spPr/>
    </dgm:pt>
    <dgm:pt modelId="{F13E1A58-0922-4BC0-BCF1-08549043F8D9}" type="pres">
      <dgm:prSet presAssocID="{59D64B20-80AA-4B63-B245-107A08FCF399}" presName="root2" presStyleCnt="0"/>
      <dgm:spPr/>
    </dgm:pt>
    <dgm:pt modelId="{65F9582D-30BC-47D5-9210-8191A46A6300}" type="pres">
      <dgm:prSet presAssocID="{59D64B20-80AA-4B63-B245-107A08FCF399}" presName="LevelTwoTextNode" presStyleLbl="node3" presStyleIdx="4" presStyleCnt="5">
        <dgm:presLayoutVars>
          <dgm:chPref val="3"/>
        </dgm:presLayoutVars>
      </dgm:prSet>
      <dgm:spPr/>
    </dgm:pt>
    <dgm:pt modelId="{4F8C0C57-2CAA-4673-A5D0-A5FA4662E9D3}" type="pres">
      <dgm:prSet presAssocID="{59D64B20-80AA-4B63-B245-107A08FCF399}" presName="level3hierChild" presStyleCnt="0"/>
      <dgm:spPr/>
    </dgm:pt>
    <dgm:pt modelId="{008E796C-D650-4015-8247-B75347CD8B6D}" type="pres">
      <dgm:prSet presAssocID="{5D57EF8B-4B48-4AA4-A06D-54CA2B0871AF}" presName="conn2-1" presStyleLbl="parChTrans1D2" presStyleIdx="2" presStyleCnt="5"/>
      <dgm:spPr/>
    </dgm:pt>
    <dgm:pt modelId="{DE5FE1EB-FEAB-4189-82F7-8B51E55DA672}" type="pres">
      <dgm:prSet presAssocID="{5D57EF8B-4B48-4AA4-A06D-54CA2B0871AF}" presName="connTx" presStyleLbl="parChTrans1D2" presStyleIdx="2" presStyleCnt="5"/>
      <dgm:spPr/>
    </dgm:pt>
    <dgm:pt modelId="{E72CD351-3D0B-47D1-9718-7AEA2770BA7F}" type="pres">
      <dgm:prSet presAssocID="{282CA97D-5027-4689-A72A-3CDFFFB63A29}" presName="root2" presStyleCnt="0"/>
      <dgm:spPr/>
    </dgm:pt>
    <dgm:pt modelId="{6085A40B-044C-4A65-B197-8B409D1E378D}" type="pres">
      <dgm:prSet presAssocID="{282CA97D-5027-4689-A72A-3CDFFFB63A29}" presName="LevelTwoTextNode" presStyleLbl="node2" presStyleIdx="2" presStyleCnt="5">
        <dgm:presLayoutVars>
          <dgm:chPref val="3"/>
        </dgm:presLayoutVars>
      </dgm:prSet>
      <dgm:spPr/>
    </dgm:pt>
    <dgm:pt modelId="{284E2803-2C93-4D52-9C6E-07C42236A3AD}" type="pres">
      <dgm:prSet presAssocID="{282CA97D-5027-4689-A72A-3CDFFFB63A29}" presName="level3hierChild" presStyleCnt="0"/>
      <dgm:spPr/>
    </dgm:pt>
    <dgm:pt modelId="{05009D07-0B2B-4817-A4D5-D36286351AD4}" type="pres">
      <dgm:prSet presAssocID="{8F64E7C9-2FCA-4750-94A8-248EC1FB1466}" presName="conn2-1" presStyleLbl="parChTrans1D2" presStyleIdx="3" presStyleCnt="5"/>
      <dgm:spPr/>
    </dgm:pt>
    <dgm:pt modelId="{6C75BB63-3A33-49CC-B932-8EF0ED14DB30}" type="pres">
      <dgm:prSet presAssocID="{8F64E7C9-2FCA-4750-94A8-248EC1FB1466}" presName="connTx" presStyleLbl="parChTrans1D2" presStyleIdx="3" presStyleCnt="5"/>
      <dgm:spPr/>
    </dgm:pt>
    <dgm:pt modelId="{E6209159-C6A9-4BA4-9015-5906D55B2AF4}" type="pres">
      <dgm:prSet presAssocID="{FB543801-39D8-409C-A057-8330D0D474CF}" presName="root2" presStyleCnt="0"/>
      <dgm:spPr/>
    </dgm:pt>
    <dgm:pt modelId="{3AEC01BD-99B6-49E5-8566-1B1923432778}" type="pres">
      <dgm:prSet presAssocID="{FB543801-39D8-409C-A057-8330D0D474CF}" presName="LevelTwoTextNode" presStyleLbl="node2" presStyleIdx="3" presStyleCnt="5">
        <dgm:presLayoutVars>
          <dgm:chPref val="3"/>
        </dgm:presLayoutVars>
      </dgm:prSet>
      <dgm:spPr/>
    </dgm:pt>
    <dgm:pt modelId="{988F4A21-B37B-489D-9B7B-E076ECA7E5F3}" type="pres">
      <dgm:prSet presAssocID="{FB543801-39D8-409C-A057-8330D0D474CF}" presName="level3hierChild" presStyleCnt="0"/>
      <dgm:spPr/>
    </dgm:pt>
    <dgm:pt modelId="{4ABB1773-CD20-4A22-9C40-ACF1E3E05649}" type="pres">
      <dgm:prSet presAssocID="{E1463FFB-38B1-412A-966E-3837FFDC69D2}" presName="conn2-1" presStyleLbl="parChTrans1D2" presStyleIdx="4" presStyleCnt="5"/>
      <dgm:spPr/>
    </dgm:pt>
    <dgm:pt modelId="{02D33293-F861-4342-8525-4AD937F82890}" type="pres">
      <dgm:prSet presAssocID="{E1463FFB-38B1-412A-966E-3837FFDC69D2}" presName="connTx" presStyleLbl="parChTrans1D2" presStyleIdx="4" presStyleCnt="5"/>
      <dgm:spPr/>
    </dgm:pt>
    <dgm:pt modelId="{20C3C295-0DD5-4E29-A9B8-B0C49246A9EA}" type="pres">
      <dgm:prSet presAssocID="{643CDE30-09FB-4902-8F50-03A4574E5741}" presName="root2" presStyleCnt="0"/>
      <dgm:spPr/>
    </dgm:pt>
    <dgm:pt modelId="{DF32A111-1FCE-45FB-9C70-11E4F46753AA}" type="pres">
      <dgm:prSet presAssocID="{643CDE30-09FB-4902-8F50-03A4574E5741}" presName="LevelTwoTextNode" presStyleLbl="node2" presStyleIdx="4" presStyleCnt="5">
        <dgm:presLayoutVars>
          <dgm:chPref val="3"/>
        </dgm:presLayoutVars>
      </dgm:prSet>
      <dgm:spPr/>
    </dgm:pt>
    <dgm:pt modelId="{BD96C759-D80D-41E5-B365-71A209149587}" type="pres">
      <dgm:prSet presAssocID="{643CDE30-09FB-4902-8F50-03A4574E5741}" presName="level3hierChild" presStyleCnt="0"/>
      <dgm:spPr/>
    </dgm:pt>
  </dgm:ptLst>
  <dgm:cxnLst>
    <dgm:cxn modelId="{FAF01402-3416-4A85-B892-06EA82B3A3AA}" srcId="{9BAD8006-578D-4408-9B31-A160DFAAE5C3}" destId="{756DC2E4-2AEA-408C-AFE9-E383FB965AFB}" srcOrd="1" destOrd="0" parTransId="{11A2E6B4-5B35-472F-8F20-2A6378F6B67F}" sibTransId="{FBC07319-7696-40F1-8C68-72CB551B201B}"/>
    <dgm:cxn modelId="{48DFE60A-C508-47CD-BC44-A842F984B77A}" type="presOf" srcId="{321B9164-A96F-44BF-BC88-2B6B633108D4}" destId="{22FA48DC-EC02-4F73-A83F-8BDE7F696907}" srcOrd="0" destOrd="0" presId="urn:microsoft.com/office/officeart/2005/8/layout/hierarchy2"/>
    <dgm:cxn modelId="{E2399C13-DDA2-4CF0-986F-67C7973B2C3F}" srcId="{9BAD8006-578D-4408-9B31-A160DFAAE5C3}" destId="{FB543801-39D8-409C-A057-8330D0D474CF}" srcOrd="3" destOrd="0" parTransId="{8F64E7C9-2FCA-4750-94A8-248EC1FB1466}" sibTransId="{8A2D6B8E-7C80-4EF9-82F0-3372B1BD3C3E}"/>
    <dgm:cxn modelId="{3261B913-6496-4C62-BE8D-551814800105}" type="presOf" srcId="{DFFF8624-CA93-4AC6-8F2E-D54725DE8770}" destId="{8793C17D-73FB-42F4-AF34-70E787E78091}" srcOrd="0" destOrd="0" presId="urn:microsoft.com/office/officeart/2005/8/layout/hierarchy2"/>
    <dgm:cxn modelId="{DD1FED19-650D-4E40-89A0-6003780EC78C}" type="presOf" srcId="{5D57EF8B-4B48-4AA4-A06D-54CA2B0871AF}" destId="{008E796C-D650-4015-8247-B75347CD8B6D}" srcOrd="0" destOrd="0" presId="urn:microsoft.com/office/officeart/2005/8/layout/hierarchy2"/>
    <dgm:cxn modelId="{1790401D-D4C6-4E27-BD6D-977757170046}" type="presOf" srcId="{BA032984-CCE7-46EF-8FC2-C64D5762010D}" destId="{CFBBDB94-258A-4AA6-A745-EFCCED15D6F9}" srcOrd="0" destOrd="0" presId="urn:microsoft.com/office/officeart/2005/8/layout/hierarchy2"/>
    <dgm:cxn modelId="{213F322A-6791-4152-89A8-850A29A6A167}" srcId="{BEAF6E10-BDD1-4AD6-A855-693948418FA0}" destId="{DB3408E4-C204-4C76-A5B4-1573D6795A8D}" srcOrd="0" destOrd="0" parTransId="{321B9164-A96F-44BF-BC88-2B6B633108D4}" sibTransId="{B424DE2F-7BE3-4347-BF2E-ACD1636B5845}"/>
    <dgm:cxn modelId="{DB7EB02A-4A74-41E8-A374-A8D0677A7FBE}" srcId="{756DC2E4-2AEA-408C-AFE9-E383FB965AFB}" destId="{5C453432-E5BF-4B4A-A49F-4D7CB5ECFB08}" srcOrd="1" destOrd="0" parTransId="{1E77F655-16F7-4425-AE43-9EA38871F56E}" sibTransId="{3AE906CE-C639-456A-B9C6-BD5A6B79AF0A}"/>
    <dgm:cxn modelId="{4D074533-8D1F-422D-95A9-0C67C5522EEF}" srcId="{02BB01DD-BFFE-404A-8E7C-D3DED8B618FE}" destId="{9BAD8006-578D-4408-9B31-A160DFAAE5C3}" srcOrd="0" destOrd="0" parTransId="{567CF011-94D9-43E9-8EA7-DE97E8E03DF1}" sibTransId="{AB34D9F8-74F3-43B6-B8B4-08BA4EA1EEA0}"/>
    <dgm:cxn modelId="{FF5E1435-8CEB-448E-9F17-393383A92057}" srcId="{9BAD8006-578D-4408-9B31-A160DFAAE5C3}" destId="{BEAF6E10-BDD1-4AD6-A855-693948418FA0}" srcOrd="0" destOrd="0" parTransId="{D96FD045-0494-4571-8E5E-81009A3A1942}" sibTransId="{B38D171B-E4D2-4F32-911C-0D731964C734}"/>
    <dgm:cxn modelId="{F271D93A-D7F8-4A8A-8C5E-A8EC75D1295D}" type="presOf" srcId="{E2C0B170-946F-40F0-AC4F-366848609A3D}" destId="{03A224BA-705D-4140-B49D-0D0E519CCE6F}" srcOrd="1" destOrd="0" presId="urn:microsoft.com/office/officeart/2005/8/layout/hierarchy2"/>
    <dgm:cxn modelId="{5A49B63B-B5E8-4312-AC1A-72E21250C485}" type="presOf" srcId="{DB3408E4-C204-4C76-A5B4-1573D6795A8D}" destId="{98CC1F9C-36BF-4492-AEE1-491E77DC77B9}" srcOrd="0" destOrd="0" presId="urn:microsoft.com/office/officeart/2005/8/layout/hierarchy2"/>
    <dgm:cxn modelId="{B39A283C-1148-43E6-8D09-36B5B15DA821}" type="presOf" srcId="{11A2E6B4-5B35-472F-8F20-2A6378F6B67F}" destId="{86430E6A-4AC7-4A24-8C11-34551B73A34E}" srcOrd="1" destOrd="0" presId="urn:microsoft.com/office/officeart/2005/8/layout/hierarchy2"/>
    <dgm:cxn modelId="{70C75E3E-6B3F-486B-8586-A3CFAA9D2AFC}" srcId="{BEAF6E10-BDD1-4AD6-A855-693948418FA0}" destId="{3091A9BC-D239-4409-84B8-DA0AAB8C6BBB}" srcOrd="1" destOrd="0" parTransId="{E2C0B170-946F-40F0-AC4F-366848609A3D}" sibTransId="{3AEF4829-66BB-4AF0-9EF5-9FAFEBD8079F}"/>
    <dgm:cxn modelId="{0CF23E60-5854-446C-94FB-40EBB0171DBF}" type="presOf" srcId="{103BA646-0913-4A22-9B35-CD4302A727C2}" destId="{A223EE54-9C1E-414D-8AFA-B42963A8F6EE}" srcOrd="0" destOrd="0" presId="urn:microsoft.com/office/officeart/2005/8/layout/hierarchy2"/>
    <dgm:cxn modelId="{643BCB43-1270-488B-B10C-0AC1230D4BF2}" type="presOf" srcId="{D96FD045-0494-4571-8E5E-81009A3A1942}" destId="{D699DD5A-E867-4CC4-BC22-0D13FDE098A4}" srcOrd="0" destOrd="0" presId="urn:microsoft.com/office/officeart/2005/8/layout/hierarchy2"/>
    <dgm:cxn modelId="{DEA56667-180A-41ED-9D4F-3AD25BC2E6CA}" type="presOf" srcId="{5D57EF8B-4B48-4AA4-A06D-54CA2B0871AF}" destId="{DE5FE1EB-FEAB-4189-82F7-8B51E55DA672}" srcOrd="1" destOrd="0" presId="urn:microsoft.com/office/officeart/2005/8/layout/hierarchy2"/>
    <dgm:cxn modelId="{81388F6C-4C06-4D76-A599-370469A628D0}" type="presOf" srcId="{02BB01DD-BFFE-404A-8E7C-D3DED8B618FE}" destId="{F6488265-015C-440B-9314-66BDC5B2B52E}" srcOrd="0" destOrd="0" presId="urn:microsoft.com/office/officeart/2005/8/layout/hierarchy2"/>
    <dgm:cxn modelId="{C61E306E-81E9-4BCC-95BA-DE57932730B5}" type="presOf" srcId="{8F64E7C9-2FCA-4750-94A8-248EC1FB1466}" destId="{05009D07-0B2B-4817-A4D5-D36286351AD4}" srcOrd="0" destOrd="0" presId="urn:microsoft.com/office/officeart/2005/8/layout/hierarchy2"/>
    <dgm:cxn modelId="{3C114A7B-8E72-42AA-9D9E-35ADD50EE0F2}" srcId="{9BAD8006-578D-4408-9B31-A160DFAAE5C3}" destId="{643CDE30-09FB-4902-8F50-03A4574E5741}" srcOrd="4" destOrd="0" parTransId="{E1463FFB-38B1-412A-966E-3837FFDC69D2}" sibTransId="{5F7EB034-6F63-4A57-AA50-46F9930AD0CE}"/>
    <dgm:cxn modelId="{70497F7C-32AC-4474-A44C-8365D0764637}" type="presOf" srcId="{11A2E6B4-5B35-472F-8F20-2A6378F6B67F}" destId="{316B6026-5BF4-4CA7-B565-286AA7764DBD}" srcOrd="0" destOrd="0" presId="urn:microsoft.com/office/officeart/2005/8/layout/hierarchy2"/>
    <dgm:cxn modelId="{5014B182-9016-4CD5-88DF-087720763415}" srcId="{9BAD8006-578D-4408-9B31-A160DFAAE5C3}" destId="{282CA97D-5027-4689-A72A-3CDFFFB63A29}" srcOrd="2" destOrd="0" parTransId="{5D57EF8B-4B48-4AA4-A06D-54CA2B0871AF}" sibTransId="{8316A781-CD1A-42AB-9EE0-CD8976662554}"/>
    <dgm:cxn modelId="{BBBED383-76C4-4CA9-BF01-FB0920FB16A0}" type="presOf" srcId="{321B9164-A96F-44BF-BC88-2B6B633108D4}" destId="{AAB7301F-BA3F-4626-A9BD-635E750DB9EA}" srcOrd="1" destOrd="0" presId="urn:microsoft.com/office/officeart/2005/8/layout/hierarchy2"/>
    <dgm:cxn modelId="{AA130584-E4D3-478B-8402-2FF4570913AF}" type="presOf" srcId="{5C453432-E5BF-4B4A-A49F-4D7CB5ECFB08}" destId="{63B5685B-A818-418B-B7E1-13F3A3ED7D8B}" srcOrd="0" destOrd="0" presId="urn:microsoft.com/office/officeart/2005/8/layout/hierarchy2"/>
    <dgm:cxn modelId="{7D7F8987-19B3-49D1-9D1E-F6086E39976F}" type="presOf" srcId="{103BA646-0913-4A22-9B35-CD4302A727C2}" destId="{BEEEB255-97B8-466D-AE0A-DFE0817EBB5A}" srcOrd="1" destOrd="0" presId="urn:microsoft.com/office/officeart/2005/8/layout/hierarchy2"/>
    <dgm:cxn modelId="{E542558E-083C-4EFE-A3E1-62FC2879D43B}" type="presOf" srcId="{FB543801-39D8-409C-A057-8330D0D474CF}" destId="{3AEC01BD-99B6-49E5-8566-1B1923432778}" srcOrd="0" destOrd="0" presId="urn:microsoft.com/office/officeart/2005/8/layout/hierarchy2"/>
    <dgm:cxn modelId="{441B9092-469F-4AC9-B5E3-76A1A2A3445F}" type="presOf" srcId="{1E77F655-16F7-4425-AE43-9EA38871F56E}" destId="{5824B7F5-D906-4BBB-B3A3-87CBD7CBBB73}" srcOrd="1" destOrd="0" presId="urn:microsoft.com/office/officeart/2005/8/layout/hierarchy2"/>
    <dgm:cxn modelId="{B3C2A297-DDEB-472E-BE78-DA03B11E3110}" type="presOf" srcId="{643CDE30-09FB-4902-8F50-03A4574E5741}" destId="{DF32A111-1FCE-45FB-9C70-11E4F46753AA}" srcOrd="0" destOrd="0" presId="urn:microsoft.com/office/officeart/2005/8/layout/hierarchy2"/>
    <dgm:cxn modelId="{4D64B29F-BA64-48CD-B31A-79FA85CDF95B}" type="presOf" srcId="{3091A9BC-D239-4409-84B8-DA0AAB8C6BBB}" destId="{4984444F-44A7-46D3-BCA8-0D4DB263D832}" srcOrd="0" destOrd="0" presId="urn:microsoft.com/office/officeart/2005/8/layout/hierarchy2"/>
    <dgm:cxn modelId="{D21D1EA8-5C0B-4DA6-8968-9704DC531CF1}" type="presOf" srcId="{E1463FFB-38B1-412A-966E-3837FFDC69D2}" destId="{02D33293-F861-4342-8525-4AD937F82890}" srcOrd="1" destOrd="0" presId="urn:microsoft.com/office/officeart/2005/8/layout/hierarchy2"/>
    <dgm:cxn modelId="{FAB709A9-E2C9-49F3-9050-4BE9E18FAB91}" type="presOf" srcId="{D96FD045-0494-4571-8E5E-81009A3A1942}" destId="{CA830E6E-E157-4F4F-B58C-47F2D8F6BDE5}" srcOrd="1" destOrd="0" presId="urn:microsoft.com/office/officeart/2005/8/layout/hierarchy2"/>
    <dgm:cxn modelId="{5A3D93AB-19A3-430A-8161-F365DB60EE04}" type="presOf" srcId="{8F64E7C9-2FCA-4750-94A8-248EC1FB1466}" destId="{6C75BB63-3A33-49CC-B932-8EF0ED14DB30}" srcOrd="1" destOrd="0" presId="urn:microsoft.com/office/officeart/2005/8/layout/hierarchy2"/>
    <dgm:cxn modelId="{AA9143BB-DDDC-4766-BC41-AB12209A9B15}" type="presOf" srcId="{756DC2E4-2AEA-408C-AFE9-E383FB965AFB}" destId="{B372DC73-EE5C-45F4-8027-42F4436F27A9}" srcOrd="0" destOrd="0" presId="urn:microsoft.com/office/officeart/2005/8/layout/hierarchy2"/>
    <dgm:cxn modelId="{86AAACC0-124B-413C-BC2C-0AEE090E772C}" type="presOf" srcId="{59D64B20-80AA-4B63-B245-107A08FCF399}" destId="{65F9582D-30BC-47D5-9210-8191A46A6300}" srcOrd="0" destOrd="0" presId="urn:microsoft.com/office/officeart/2005/8/layout/hierarchy2"/>
    <dgm:cxn modelId="{496C08CC-0D79-44F0-A100-8DBB7D603E2F}" type="presOf" srcId="{282CA97D-5027-4689-A72A-3CDFFFB63A29}" destId="{6085A40B-044C-4A65-B197-8B409D1E378D}" srcOrd="0" destOrd="0" presId="urn:microsoft.com/office/officeart/2005/8/layout/hierarchy2"/>
    <dgm:cxn modelId="{5DD2A5D3-6167-4BCE-96AC-81C028BD3E44}" type="presOf" srcId="{DFFF8624-CA93-4AC6-8F2E-D54725DE8770}" destId="{78EDBD7A-88AF-4ABE-9BAC-83F1D440A7CE}" srcOrd="1" destOrd="0" presId="urn:microsoft.com/office/officeart/2005/8/layout/hierarchy2"/>
    <dgm:cxn modelId="{C0FD8EF1-A330-4548-97D3-4F62C216CE6D}" srcId="{756DC2E4-2AEA-408C-AFE9-E383FB965AFB}" destId="{59D64B20-80AA-4B63-B245-107A08FCF399}" srcOrd="2" destOrd="0" parTransId="{103BA646-0913-4A22-9B35-CD4302A727C2}" sibTransId="{62C9E040-CDE6-4A88-878F-7BFE03800C59}"/>
    <dgm:cxn modelId="{E6D6FDF4-BC93-48B3-955D-02733F969D58}" srcId="{756DC2E4-2AEA-408C-AFE9-E383FB965AFB}" destId="{BA032984-CCE7-46EF-8FC2-C64D5762010D}" srcOrd="0" destOrd="0" parTransId="{DFFF8624-CA93-4AC6-8F2E-D54725DE8770}" sibTransId="{3751454A-F0C4-44B9-8904-4DBA7C074261}"/>
    <dgm:cxn modelId="{AEB990F5-AAF2-4EF9-8A0A-207E943C4F57}" type="presOf" srcId="{9BAD8006-578D-4408-9B31-A160DFAAE5C3}" destId="{37B6875F-7310-493C-8222-9B5F32145284}" srcOrd="0" destOrd="0" presId="urn:microsoft.com/office/officeart/2005/8/layout/hierarchy2"/>
    <dgm:cxn modelId="{C345DEF5-1A96-4803-ADC6-40C3000E5128}" type="presOf" srcId="{BEAF6E10-BDD1-4AD6-A855-693948418FA0}" destId="{ED6D27B2-36F2-4BA5-ACA5-3285528F0312}" srcOrd="0" destOrd="0" presId="urn:microsoft.com/office/officeart/2005/8/layout/hierarchy2"/>
    <dgm:cxn modelId="{6AA734F8-C466-4E74-80E9-6F3DF06E74E0}" type="presOf" srcId="{E2C0B170-946F-40F0-AC4F-366848609A3D}" destId="{720DF4CB-30FC-4730-A92B-073B57A19190}" srcOrd="0" destOrd="0" presId="urn:microsoft.com/office/officeart/2005/8/layout/hierarchy2"/>
    <dgm:cxn modelId="{F2E0BEF8-3835-41B6-B394-EE84D2FFE80F}" type="presOf" srcId="{E1463FFB-38B1-412A-966E-3837FFDC69D2}" destId="{4ABB1773-CD20-4A22-9C40-ACF1E3E05649}" srcOrd="0" destOrd="0" presId="urn:microsoft.com/office/officeart/2005/8/layout/hierarchy2"/>
    <dgm:cxn modelId="{B4668DFD-5506-4F37-AF7E-D7D6A8E09870}" type="presOf" srcId="{1E77F655-16F7-4425-AE43-9EA38871F56E}" destId="{0D297C97-C5D9-40EC-BEC8-E4EDC51F8D4C}" srcOrd="0" destOrd="0" presId="urn:microsoft.com/office/officeart/2005/8/layout/hierarchy2"/>
    <dgm:cxn modelId="{52C22EED-976E-408B-A01F-AD513CDECB1F}" type="presParOf" srcId="{F6488265-015C-440B-9314-66BDC5B2B52E}" destId="{427128B9-AB0C-4E01-9C45-421F0F952974}" srcOrd="0" destOrd="0" presId="urn:microsoft.com/office/officeart/2005/8/layout/hierarchy2"/>
    <dgm:cxn modelId="{C75AAE21-5E3D-405D-8987-D8569A58F269}" type="presParOf" srcId="{427128B9-AB0C-4E01-9C45-421F0F952974}" destId="{37B6875F-7310-493C-8222-9B5F32145284}" srcOrd="0" destOrd="0" presId="urn:microsoft.com/office/officeart/2005/8/layout/hierarchy2"/>
    <dgm:cxn modelId="{512C0058-B5EC-4CB8-8B76-E400E9D98640}" type="presParOf" srcId="{427128B9-AB0C-4E01-9C45-421F0F952974}" destId="{33ED1AB3-8E08-4168-B06E-22A8946E4B5B}" srcOrd="1" destOrd="0" presId="urn:microsoft.com/office/officeart/2005/8/layout/hierarchy2"/>
    <dgm:cxn modelId="{27EB45BA-014F-495B-8A9B-597BF45B580E}" type="presParOf" srcId="{33ED1AB3-8E08-4168-B06E-22A8946E4B5B}" destId="{D699DD5A-E867-4CC4-BC22-0D13FDE098A4}" srcOrd="0" destOrd="0" presId="urn:microsoft.com/office/officeart/2005/8/layout/hierarchy2"/>
    <dgm:cxn modelId="{D29A89A1-212F-44BB-8CC3-D8743F62D19B}" type="presParOf" srcId="{D699DD5A-E867-4CC4-BC22-0D13FDE098A4}" destId="{CA830E6E-E157-4F4F-B58C-47F2D8F6BDE5}" srcOrd="0" destOrd="0" presId="urn:microsoft.com/office/officeart/2005/8/layout/hierarchy2"/>
    <dgm:cxn modelId="{480E68B1-8860-4A2E-9406-235034FE815D}" type="presParOf" srcId="{33ED1AB3-8E08-4168-B06E-22A8946E4B5B}" destId="{3CE753A5-F9D9-4479-A5B9-C687EDD8F95E}" srcOrd="1" destOrd="0" presId="urn:microsoft.com/office/officeart/2005/8/layout/hierarchy2"/>
    <dgm:cxn modelId="{82023700-7853-4A20-8ACA-2C34DFF76B2A}" type="presParOf" srcId="{3CE753A5-F9D9-4479-A5B9-C687EDD8F95E}" destId="{ED6D27B2-36F2-4BA5-ACA5-3285528F0312}" srcOrd="0" destOrd="0" presId="urn:microsoft.com/office/officeart/2005/8/layout/hierarchy2"/>
    <dgm:cxn modelId="{FA59685D-7887-4B96-9E93-8D3B1919365A}" type="presParOf" srcId="{3CE753A5-F9D9-4479-A5B9-C687EDD8F95E}" destId="{D25F3C18-499B-41AD-8E00-F7C5DBF89708}" srcOrd="1" destOrd="0" presId="urn:microsoft.com/office/officeart/2005/8/layout/hierarchy2"/>
    <dgm:cxn modelId="{EA7FA73E-392F-4252-96B3-D07B1F19B9DF}" type="presParOf" srcId="{D25F3C18-499B-41AD-8E00-F7C5DBF89708}" destId="{22FA48DC-EC02-4F73-A83F-8BDE7F696907}" srcOrd="0" destOrd="0" presId="urn:microsoft.com/office/officeart/2005/8/layout/hierarchy2"/>
    <dgm:cxn modelId="{F59A076A-4695-408C-BBB3-4B0DCADED5A9}" type="presParOf" srcId="{22FA48DC-EC02-4F73-A83F-8BDE7F696907}" destId="{AAB7301F-BA3F-4626-A9BD-635E750DB9EA}" srcOrd="0" destOrd="0" presId="urn:microsoft.com/office/officeart/2005/8/layout/hierarchy2"/>
    <dgm:cxn modelId="{23382B07-B46F-43A1-B191-C15EDDE489C3}" type="presParOf" srcId="{D25F3C18-499B-41AD-8E00-F7C5DBF89708}" destId="{33121E01-A27B-43C7-A481-5A2344F5B793}" srcOrd="1" destOrd="0" presId="urn:microsoft.com/office/officeart/2005/8/layout/hierarchy2"/>
    <dgm:cxn modelId="{93E82C1A-EC7A-4658-81A8-10B6DEF1A1F6}" type="presParOf" srcId="{33121E01-A27B-43C7-A481-5A2344F5B793}" destId="{98CC1F9C-36BF-4492-AEE1-491E77DC77B9}" srcOrd="0" destOrd="0" presId="urn:microsoft.com/office/officeart/2005/8/layout/hierarchy2"/>
    <dgm:cxn modelId="{0C4D2454-6BC9-469F-AFAD-923B89FB39FB}" type="presParOf" srcId="{33121E01-A27B-43C7-A481-5A2344F5B793}" destId="{5C256B2D-0E28-4CD0-90FA-BD19343D0D0E}" srcOrd="1" destOrd="0" presId="urn:microsoft.com/office/officeart/2005/8/layout/hierarchy2"/>
    <dgm:cxn modelId="{D9F7C233-245E-4C4B-AB3B-8643E1F9370B}" type="presParOf" srcId="{D25F3C18-499B-41AD-8E00-F7C5DBF89708}" destId="{720DF4CB-30FC-4730-A92B-073B57A19190}" srcOrd="2" destOrd="0" presId="urn:microsoft.com/office/officeart/2005/8/layout/hierarchy2"/>
    <dgm:cxn modelId="{434DAF25-0434-4C6F-ACAF-35161622C95C}" type="presParOf" srcId="{720DF4CB-30FC-4730-A92B-073B57A19190}" destId="{03A224BA-705D-4140-B49D-0D0E519CCE6F}" srcOrd="0" destOrd="0" presId="urn:microsoft.com/office/officeart/2005/8/layout/hierarchy2"/>
    <dgm:cxn modelId="{C1F7E52D-6ADD-439B-B413-EC6DC2517993}" type="presParOf" srcId="{D25F3C18-499B-41AD-8E00-F7C5DBF89708}" destId="{8AFC2614-1EA0-471A-8567-358E5AECB2A6}" srcOrd="3" destOrd="0" presId="urn:microsoft.com/office/officeart/2005/8/layout/hierarchy2"/>
    <dgm:cxn modelId="{B138D2DE-47D3-429E-BF05-A5D66C847992}" type="presParOf" srcId="{8AFC2614-1EA0-471A-8567-358E5AECB2A6}" destId="{4984444F-44A7-46D3-BCA8-0D4DB263D832}" srcOrd="0" destOrd="0" presId="urn:microsoft.com/office/officeart/2005/8/layout/hierarchy2"/>
    <dgm:cxn modelId="{ECB84B08-D973-483D-83A6-4EC616CA4CDE}" type="presParOf" srcId="{8AFC2614-1EA0-471A-8567-358E5AECB2A6}" destId="{F7BC1D49-330C-4B0F-956F-A3E76FB93D4F}" srcOrd="1" destOrd="0" presId="urn:microsoft.com/office/officeart/2005/8/layout/hierarchy2"/>
    <dgm:cxn modelId="{D5415DD6-818A-4F93-974F-82B1C2F63B5D}" type="presParOf" srcId="{33ED1AB3-8E08-4168-B06E-22A8946E4B5B}" destId="{316B6026-5BF4-4CA7-B565-286AA7764DBD}" srcOrd="2" destOrd="0" presId="urn:microsoft.com/office/officeart/2005/8/layout/hierarchy2"/>
    <dgm:cxn modelId="{2F6DB49B-E398-4DCF-B469-7AD4B59686B0}" type="presParOf" srcId="{316B6026-5BF4-4CA7-B565-286AA7764DBD}" destId="{86430E6A-4AC7-4A24-8C11-34551B73A34E}" srcOrd="0" destOrd="0" presId="urn:microsoft.com/office/officeart/2005/8/layout/hierarchy2"/>
    <dgm:cxn modelId="{28B79711-08CF-4CA2-9CFE-523942D936E8}" type="presParOf" srcId="{33ED1AB3-8E08-4168-B06E-22A8946E4B5B}" destId="{C8F9A2A6-8983-4897-AB3B-763388FAE343}" srcOrd="3" destOrd="0" presId="urn:microsoft.com/office/officeart/2005/8/layout/hierarchy2"/>
    <dgm:cxn modelId="{66293D19-45FD-4C2D-AC64-C94BADF4F4BE}" type="presParOf" srcId="{C8F9A2A6-8983-4897-AB3B-763388FAE343}" destId="{B372DC73-EE5C-45F4-8027-42F4436F27A9}" srcOrd="0" destOrd="0" presId="urn:microsoft.com/office/officeart/2005/8/layout/hierarchy2"/>
    <dgm:cxn modelId="{992A4B3F-77AF-411B-9F09-62397873EC19}" type="presParOf" srcId="{C8F9A2A6-8983-4897-AB3B-763388FAE343}" destId="{6243193C-EE7D-4920-BC16-87819B7F9CA5}" srcOrd="1" destOrd="0" presId="urn:microsoft.com/office/officeart/2005/8/layout/hierarchy2"/>
    <dgm:cxn modelId="{76EE869F-6954-48D7-B4DE-4BA976267A98}" type="presParOf" srcId="{6243193C-EE7D-4920-BC16-87819B7F9CA5}" destId="{8793C17D-73FB-42F4-AF34-70E787E78091}" srcOrd="0" destOrd="0" presId="urn:microsoft.com/office/officeart/2005/8/layout/hierarchy2"/>
    <dgm:cxn modelId="{057A279A-6156-4C18-B9A6-9D5230D5A1CD}" type="presParOf" srcId="{8793C17D-73FB-42F4-AF34-70E787E78091}" destId="{78EDBD7A-88AF-4ABE-9BAC-83F1D440A7CE}" srcOrd="0" destOrd="0" presId="urn:microsoft.com/office/officeart/2005/8/layout/hierarchy2"/>
    <dgm:cxn modelId="{EDBD3301-602A-47EC-926D-1E204DD1D156}" type="presParOf" srcId="{6243193C-EE7D-4920-BC16-87819B7F9CA5}" destId="{B28CCF5C-9A79-4939-AFF4-71368859E40E}" srcOrd="1" destOrd="0" presId="urn:microsoft.com/office/officeart/2005/8/layout/hierarchy2"/>
    <dgm:cxn modelId="{B2D5A11B-BAE7-43EC-973E-9FB268DC249A}" type="presParOf" srcId="{B28CCF5C-9A79-4939-AFF4-71368859E40E}" destId="{CFBBDB94-258A-4AA6-A745-EFCCED15D6F9}" srcOrd="0" destOrd="0" presId="urn:microsoft.com/office/officeart/2005/8/layout/hierarchy2"/>
    <dgm:cxn modelId="{1F058E73-0E2C-4A26-9F11-4B2F94D623BC}" type="presParOf" srcId="{B28CCF5C-9A79-4939-AFF4-71368859E40E}" destId="{E48E5BE1-43AE-4A35-9E9D-A9A33EEA1655}" srcOrd="1" destOrd="0" presId="urn:microsoft.com/office/officeart/2005/8/layout/hierarchy2"/>
    <dgm:cxn modelId="{D462BF3E-EB82-43FD-87B2-297AACF0F598}" type="presParOf" srcId="{6243193C-EE7D-4920-BC16-87819B7F9CA5}" destId="{0D297C97-C5D9-40EC-BEC8-E4EDC51F8D4C}" srcOrd="2" destOrd="0" presId="urn:microsoft.com/office/officeart/2005/8/layout/hierarchy2"/>
    <dgm:cxn modelId="{29075EC2-2113-4199-B85A-C3A1B884B8AD}" type="presParOf" srcId="{0D297C97-C5D9-40EC-BEC8-E4EDC51F8D4C}" destId="{5824B7F5-D906-4BBB-B3A3-87CBD7CBBB73}" srcOrd="0" destOrd="0" presId="urn:microsoft.com/office/officeart/2005/8/layout/hierarchy2"/>
    <dgm:cxn modelId="{4947C2C8-7FF8-4E1B-9C16-FCCFD78E8CE3}" type="presParOf" srcId="{6243193C-EE7D-4920-BC16-87819B7F9CA5}" destId="{1B444F5D-4DE2-472C-9A27-CEDC9DC89A94}" srcOrd="3" destOrd="0" presId="urn:microsoft.com/office/officeart/2005/8/layout/hierarchy2"/>
    <dgm:cxn modelId="{48461EE4-D476-4D8D-AC35-7D1B6D610566}" type="presParOf" srcId="{1B444F5D-4DE2-472C-9A27-CEDC9DC89A94}" destId="{63B5685B-A818-418B-B7E1-13F3A3ED7D8B}" srcOrd="0" destOrd="0" presId="urn:microsoft.com/office/officeart/2005/8/layout/hierarchy2"/>
    <dgm:cxn modelId="{58E07BC3-24DC-4E7F-A8FA-50E22BCF2DBE}" type="presParOf" srcId="{1B444F5D-4DE2-472C-9A27-CEDC9DC89A94}" destId="{9EBDBCE7-7633-4089-AA98-94095F7A21C5}" srcOrd="1" destOrd="0" presId="urn:microsoft.com/office/officeart/2005/8/layout/hierarchy2"/>
    <dgm:cxn modelId="{D70652E5-E02B-4272-B337-2814CA5B30B0}" type="presParOf" srcId="{6243193C-EE7D-4920-BC16-87819B7F9CA5}" destId="{A223EE54-9C1E-414D-8AFA-B42963A8F6EE}" srcOrd="4" destOrd="0" presId="urn:microsoft.com/office/officeart/2005/8/layout/hierarchy2"/>
    <dgm:cxn modelId="{02459FEF-E657-4F1D-A384-78B7ED02B066}" type="presParOf" srcId="{A223EE54-9C1E-414D-8AFA-B42963A8F6EE}" destId="{BEEEB255-97B8-466D-AE0A-DFE0817EBB5A}" srcOrd="0" destOrd="0" presId="urn:microsoft.com/office/officeart/2005/8/layout/hierarchy2"/>
    <dgm:cxn modelId="{90253424-46C0-47B4-9CF6-F434369C17C0}" type="presParOf" srcId="{6243193C-EE7D-4920-BC16-87819B7F9CA5}" destId="{F13E1A58-0922-4BC0-BCF1-08549043F8D9}" srcOrd="5" destOrd="0" presId="urn:microsoft.com/office/officeart/2005/8/layout/hierarchy2"/>
    <dgm:cxn modelId="{4952B5A7-D2A8-4E8C-AC41-A77759CB2CFB}" type="presParOf" srcId="{F13E1A58-0922-4BC0-BCF1-08549043F8D9}" destId="{65F9582D-30BC-47D5-9210-8191A46A6300}" srcOrd="0" destOrd="0" presId="urn:microsoft.com/office/officeart/2005/8/layout/hierarchy2"/>
    <dgm:cxn modelId="{C6D9B7E3-14D3-4504-90E1-23B00D559439}" type="presParOf" srcId="{F13E1A58-0922-4BC0-BCF1-08549043F8D9}" destId="{4F8C0C57-2CAA-4673-A5D0-A5FA4662E9D3}" srcOrd="1" destOrd="0" presId="urn:microsoft.com/office/officeart/2005/8/layout/hierarchy2"/>
    <dgm:cxn modelId="{06D7DB7F-E4D2-4E8A-9FB8-771A07362249}" type="presParOf" srcId="{33ED1AB3-8E08-4168-B06E-22A8946E4B5B}" destId="{008E796C-D650-4015-8247-B75347CD8B6D}" srcOrd="4" destOrd="0" presId="urn:microsoft.com/office/officeart/2005/8/layout/hierarchy2"/>
    <dgm:cxn modelId="{D9F831F1-06B7-4B37-9F2E-AEDEA27D1510}" type="presParOf" srcId="{008E796C-D650-4015-8247-B75347CD8B6D}" destId="{DE5FE1EB-FEAB-4189-82F7-8B51E55DA672}" srcOrd="0" destOrd="0" presId="urn:microsoft.com/office/officeart/2005/8/layout/hierarchy2"/>
    <dgm:cxn modelId="{C0D6ADDD-DC13-40ED-A79E-7C127FFB1BCF}" type="presParOf" srcId="{33ED1AB3-8E08-4168-B06E-22A8946E4B5B}" destId="{E72CD351-3D0B-47D1-9718-7AEA2770BA7F}" srcOrd="5" destOrd="0" presId="urn:microsoft.com/office/officeart/2005/8/layout/hierarchy2"/>
    <dgm:cxn modelId="{94D8A17F-6D9B-4276-8C09-C30A66207C0C}" type="presParOf" srcId="{E72CD351-3D0B-47D1-9718-7AEA2770BA7F}" destId="{6085A40B-044C-4A65-B197-8B409D1E378D}" srcOrd="0" destOrd="0" presId="urn:microsoft.com/office/officeart/2005/8/layout/hierarchy2"/>
    <dgm:cxn modelId="{9BDA38AC-8022-4B88-8B97-E97F0FC2A564}" type="presParOf" srcId="{E72CD351-3D0B-47D1-9718-7AEA2770BA7F}" destId="{284E2803-2C93-4D52-9C6E-07C42236A3AD}" srcOrd="1" destOrd="0" presId="urn:microsoft.com/office/officeart/2005/8/layout/hierarchy2"/>
    <dgm:cxn modelId="{D1872FB5-B85E-4236-89B4-CBCA899658AE}" type="presParOf" srcId="{33ED1AB3-8E08-4168-B06E-22A8946E4B5B}" destId="{05009D07-0B2B-4817-A4D5-D36286351AD4}" srcOrd="6" destOrd="0" presId="urn:microsoft.com/office/officeart/2005/8/layout/hierarchy2"/>
    <dgm:cxn modelId="{1AE0066B-2D87-4F28-BBEE-AB51D5966C90}" type="presParOf" srcId="{05009D07-0B2B-4817-A4D5-D36286351AD4}" destId="{6C75BB63-3A33-49CC-B932-8EF0ED14DB30}" srcOrd="0" destOrd="0" presId="urn:microsoft.com/office/officeart/2005/8/layout/hierarchy2"/>
    <dgm:cxn modelId="{61A9CE70-B228-4D72-BE42-69A7DD3CEECB}" type="presParOf" srcId="{33ED1AB3-8E08-4168-B06E-22A8946E4B5B}" destId="{E6209159-C6A9-4BA4-9015-5906D55B2AF4}" srcOrd="7" destOrd="0" presId="urn:microsoft.com/office/officeart/2005/8/layout/hierarchy2"/>
    <dgm:cxn modelId="{1810C468-07AB-42FE-ABC1-89B38EE3D4F4}" type="presParOf" srcId="{E6209159-C6A9-4BA4-9015-5906D55B2AF4}" destId="{3AEC01BD-99B6-49E5-8566-1B1923432778}" srcOrd="0" destOrd="0" presId="urn:microsoft.com/office/officeart/2005/8/layout/hierarchy2"/>
    <dgm:cxn modelId="{C0C50298-C3F8-4B8E-9439-A2C34CE79FD6}" type="presParOf" srcId="{E6209159-C6A9-4BA4-9015-5906D55B2AF4}" destId="{988F4A21-B37B-489D-9B7B-E076ECA7E5F3}" srcOrd="1" destOrd="0" presId="urn:microsoft.com/office/officeart/2005/8/layout/hierarchy2"/>
    <dgm:cxn modelId="{889F7F2A-F45D-432B-834D-A37E12035A62}" type="presParOf" srcId="{33ED1AB3-8E08-4168-B06E-22A8946E4B5B}" destId="{4ABB1773-CD20-4A22-9C40-ACF1E3E05649}" srcOrd="8" destOrd="0" presId="urn:microsoft.com/office/officeart/2005/8/layout/hierarchy2"/>
    <dgm:cxn modelId="{B3584DCB-E08F-4C4A-9AD3-71F84DF901EB}" type="presParOf" srcId="{4ABB1773-CD20-4A22-9C40-ACF1E3E05649}" destId="{02D33293-F861-4342-8525-4AD937F82890}" srcOrd="0" destOrd="0" presId="urn:microsoft.com/office/officeart/2005/8/layout/hierarchy2"/>
    <dgm:cxn modelId="{9EB5EDF2-8571-47F6-B135-2A7CCA9EA375}" type="presParOf" srcId="{33ED1AB3-8E08-4168-B06E-22A8946E4B5B}" destId="{20C3C295-0DD5-4E29-A9B8-B0C49246A9EA}" srcOrd="9" destOrd="0" presId="urn:microsoft.com/office/officeart/2005/8/layout/hierarchy2"/>
    <dgm:cxn modelId="{BB03C4A5-88F4-4886-B208-5C067F2EEF3D}" type="presParOf" srcId="{20C3C295-0DD5-4E29-A9B8-B0C49246A9EA}" destId="{DF32A111-1FCE-45FB-9C70-11E4F46753AA}" srcOrd="0" destOrd="0" presId="urn:microsoft.com/office/officeart/2005/8/layout/hierarchy2"/>
    <dgm:cxn modelId="{C159D468-0BC7-4EBC-941C-D9E4AF116AF2}" type="presParOf" srcId="{20C3C295-0DD5-4E29-A9B8-B0C49246A9EA}" destId="{BD96C759-D80D-41E5-B365-71A209149587}"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F769F3-F74E-4BC9-AF24-F1DF5AFF10F7}" type="doc">
      <dgm:prSet loTypeId="urn:microsoft.com/office/officeart/2005/8/layout/cycle2" loCatId="cycle" qsTypeId="urn:microsoft.com/office/officeart/2005/8/quickstyle/simple1" qsCatId="simple" csTypeId="urn:microsoft.com/office/officeart/2005/8/colors/accent1_1" csCatId="accent1" phldr="1"/>
      <dgm:spPr/>
      <dgm:t>
        <a:bodyPr/>
        <a:lstStyle/>
        <a:p>
          <a:endParaRPr kumimoji="1" lang="ja-JP" altLang="en-US"/>
        </a:p>
      </dgm:t>
    </dgm:pt>
    <dgm:pt modelId="{AC67EBEC-FD31-4FF3-81AC-BF55D74CE8C3}">
      <dgm:prSet phldrT="[テキスト]" phldr="0"/>
      <dgm:spPr/>
      <dgm:t>
        <a:bodyPr/>
        <a:lstStyle/>
        <a:p>
          <a:r>
            <a:rPr kumimoji="1" lang="en-US" altLang="ja-JP" dirty="0">
              <a:latin typeface="ADLaM Display" panose="02010000000000000000" pitchFamily="2" charset="0"/>
              <a:ea typeface="ADLaM Display" panose="02010000000000000000" pitchFamily="2" charset="0"/>
              <a:cs typeface="ADLaM Display" panose="02010000000000000000" pitchFamily="2" charset="0"/>
            </a:rPr>
            <a:t>Title</a:t>
          </a:r>
          <a:endParaRPr kumimoji="1" lang="ja-JP" altLang="en-US" dirty="0">
            <a:latin typeface="ADLaM Display" panose="02010000000000000000" pitchFamily="2" charset="0"/>
            <a:cs typeface="ADLaM Display" panose="02010000000000000000" pitchFamily="2" charset="0"/>
          </a:endParaRPr>
        </a:p>
      </dgm:t>
    </dgm:pt>
    <dgm:pt modelId="{2DFB316D-DAAA-4BDF-9E5C-249797E26D46}" type="parTrans" cxnId="{4571FEB4-72AC-41F9-A218-2F2C53AD1658}">
      <dgm:prSet/>
      <dgm:spPr/>
      <dgm:t>
        <a:bodyPr/>
        <a:lstStyle/>
        <a:p>
          <a:endParaRPr kumimoji="1" lang="ja-JP" altLang="en-US"/>
        </a:p>
      </dgm:t>
    </dgm:pt>
    <dgm:pt modelId="{CC7BB7AA-F1B6-4B41-A6C0-BFFA03F41001}" type="sibTrans" cxnId="{4571FEB4-72AC-41F9-A218-2F2C53AD1658}">
      <dgm:prSet/>
      <dgm:spPr/>
      <dgm:t>
        <a:bodyPr/>
        <a:lstStyle/>
        <a:p>
          <a:endParaRPr kumimoji="1" lang="ja-JP" altLang="en-US"/>
        </a:p>
      </dgm:t>
    </dgm:pt>
    <dgm:pt modelId="{02BDE423-2394-4240-8291-CFA73B8BC074}">
      <dgm:prSet phldrT="[テキスト]" phldr="0"/>
      <dgm:spPr/>
      <dgm:t>
        <a:bodyPr/>
        <a:lstStyle/>
        <a:p>
          <a:r>
            <a:rPr kumimoji="1" lang="en-US" altLang="ja-JP" dirty="0" err="1">
              <a:latin typeface="ADLaM Display" panose="02010000000000000000" pitchFamily="2" charset="0"/>
              <a:ea typeface="ADLaM Display" panose="02010000000000000000" pitchFamily="2" charset="0"/>
              <a:cs typeface="ADLaM Display" panose="02010000000000000000" pitchFamily="2" charset="0"/>
            </a:rPr>
            <a:t>HowtoPlay</a:t>
          </a:r>
          <a:endParaRPr kumimoji="1" lang="ja-JP" altLang="en-US" dirty="0">
            <a:latin typeface="ADLaM Display" panose="02010000000000000000" pitchFamily="2" charset="0"/>
            <a:cs typeface="ADLaM Display" panose="02010000000000000000" pitchFamily="2" charset="0"/>
          </a:endParaRPr>
        </a:p>
      </dgm:t>
    </dgm:pt>
    <dgm:pt modelId="{0C2E2A09-2C6A-4205-B60A-2E7BA0811164}" type="parTrans" cxnId="{F91B5223-E542-4B6C-ADF5-1DDDA842005B}">
      <dgm:prSet/>
      <dgm:spPr/>
      <dgm:t>
        <a:bodyPr/>
        <a:lstStyle/>
        <a:p>
          <a:endParaRPr kumimoji="1" lang="ja-JP" altLang="en-US"/>
        </a:p>
      </dgm:t>
    </dgm:pt>
    <dgm:pt modelId="{9EB63F26-938C-41AC-96CA-6356B526A6BD}" type="sibTrans" cxnId="{F91B5223-E542-4B6C-ADF5-1DDDA842005B}">
      <dgm:prSet/>
      <dgm:spPr/>
      <dgm:t>
        <a:bodyPr/>
        <a:lstStyle/>
        <a:p>
          <a:endParaRPr kumimoji="1" lang="ja-JP" altLang="en-US"/>
        </a:p>
      </dgm:t>
    </dgm:pt>
    <dgm:pt modelId="{336775D8-385C-476D-9650-9379A347EABC}">
      <dgm:prSet phldrT="[テキスト]" phldr="0"/>
      <dgm:spPr/>
      <dgm:t>
        <a:bodyPr/>
        <a:lstStyle/>
        <a:p>
          <a:r>
            <a:rPr kumimoji="1" lang="en-US" altLang="ja-JP" dirty="0">
              <a:latin typeface="ADLaM Display" panose="02010000000000000000" pitchFamily="2" charset="0"/>
              <a:ea typeface="ADLaM Display" panose="02010000000000000000" pitchFamily="2" charset="0"/>
              <a:cs typeface="ADLaM Display" panose="02010000000000000000" pitchFamily="2" charset="0"/>
            </a:rPr>
            <a:t>1stStage</a:t>
          </a:r>
          <a:endParaRPr kumimoji="1" lang="ja-JP" altLang="en-US" dirty="0">
            <a:latin typeface="ADLaM Display" panose="02010000000000000000" pitchFamily="2" charset="0"/>
            <a:cs typeface="ADLaM Display" panose="02010000000000000000" pitchFamily="2" charset="0"/>
          </a:endParaRPr>
        </a:p>
      </dgm:t>
    </dgm:pt>
    <dgm:pt modelId="{44D10C85-6B09-433E-BF36-09F81E264FA0}" type="parTrans" cxnId="{BA791BBA-0694-4DCA-827E-EFA7E0BD682D}">
      <dgm:prSet/>
      <dgm:spPr/>
      <dgm:t>
        <a:bodyPr/>
        <a:lstStyle/>
        <a:p>
          <a:endParaRPr kumimoji="1" lang="ja-JP" altLang="en-US"/>
        </a:p>
      </dgm:t>
    </dgm:pt>
    <dgm:pt modelId="{8E533BCD-30AB-4245-B991-4D25830BE44C}" type="sibTrans" cxnId="{BA791BBA-0694-4DCA-827E-EFA7E0BD682D}">
      <dgm:prSet/>
      <dgm:spPr/>
      <dgm:t>
        <a:bodyPr/>
        <a:lstStyle/>
        <a:p>
          <a:endParaRPr kumimoji="1" lang="ja-JP" altLang="en-US"/>
        </a:p>
      </dgm:t>
    </dgm:pt>
    <dgm:pt modelId="{E5772895-002A-4631-80BA-0E8B2E0E1EC3}">
      <dgm:prSet phldrT="[テキスト]" phldr="0"/>
      <dgm:spPr/>
      <dgm:t>
        <a:bodyPr/>
        <a:lstStyle/>
        <a:p>
          <a:r>
            <a:rPr kumimoji="1" lang="en-US" altLang="ja-JP" dirty="0">
              <a:latin typeface="ADLaM Display" panose="02010000000000000000" pitchFamily="2" charset="0"/>
              <a:ea typeface="ADLaM Display" panose="02010000000000000000" pitchFamily="2" charset="0"/>
              <a:cs typeface="ADLaM Display" panose="02010000000000000000" pitchFamily="2" charset="0"/>
            </a:rPr>
            <a:t>2ndStage</a:t>
          </a:r>
          <a:endParaRPr kumimoji="1" lang="ja-JP" altLang="en-US" dirty="0">
            <a:latin typeface="ADLaM Display" panose="02010000000000000000" pitchFamily="2" charset="0"/>
            <a:cs typeface="ADLaM Display" panose="02010000000000000000" pitchFamily="2" charset="0"/>
          </a:endParaRPr>
        </a:p>
      </dgm:t>
    </dgm:pt>
    <dgm:pt modelId="{A2FB92DB-6A89-45F5-A53F-8314B96B384D}" type="parTrans" cxnId="{79948314-A3C9-4398-99CA-82D7C38B062A}">
      <dgm:prSet/>
      <dgm:spPr/>
      <dgm:t>
        <a:bodyPr/>
        <a:lstStyle/>
        <a:p>
          <a:endParaRPr kumimoji="1" lang="ja-JP" altLang="en-US"/>
        </a:p>
      </dgm:t>
    </dgm:pt>
    <dgm:pt modelId="{52749F99-E597-4631-947A-94136E4309A1}" type="sibTrans" cxnId="{79948314-A3C9-4398-99CA-82D7C38B062A}">
      <dgm:prSet/>
      <dgm:spPr/>
      <dgm:t>
        <a:bodyPr/>
        <a:lstStyle/>
        <a:p>
          <a:endParaRPr kumimoji="1" lang="ja-JP" altLang="en-US"/>
        </a:p>
      </dgm:t>
    </dgm:pt>
    <dgm:pt modelId="{6BA9A904-8D69-411A-A5DA-718C4A15E702}">
      <dgm:prSet phldrT="[テキスト]" phldr="0"/>
      <dgm:spPr/>
      <dgm:t>
        <a:bodyPr/>
        <a:lstStyle/>
        <a:p>
          <a:r>
            <a:rPr kumimoji="1" lang="en-US" altLang="ja-JP" dirty="0" err="1">
              <a:latin typeface="ADLaM Display" panose="02010000000000000000" pitchFamily="2" charset="0"/>
              <a:ea typeface="ADLaM Display" panose="02010000000000000000" pitchFamily="2" charset="0"/>
              <a:cs typeface="ADLaM Display" panose="02010000000000000000" pitchFamily="2" charset="0"/>
            </a:rPr>
            <a:t>GameOver</a:t>
          </a:r>
          <a:endParaRPr kumimoji="1" lang="ja-JP" altLang="en-US" dirty="0">
            <a:latin typeface="ADLaM Display" panose="02010000000000000000" pitchFamily="2" charset="0"/>
            <a:cs typeface="ADLaM Display" panose="02010000000000000000" pitchFamily="2" charset="0"/>
          </a:endParaRPr>
        </a:p>
      </dgm:t>
    </dgm:pt>
    <dgm:pt modelId="{5BD7C97A-0D04-4BAE-AD40-E23476518B50}" type="parTrans" cxnId="{E372BE47-3005-4CE8-8F20-DD83533FCF3C}">
      <dgm:prSet/>
      <dgm:spPr/>
      <dgm:t>
        <a:bodyPr/>
        <a:lstStyle/>
        <a:p>
          <a:endParaRPr kumimoji="1" lang="ja-JP" altLang="en-US"/>
        </a:p>
      </dgm:t>
    </dgm:pt>
    <dgm:pt modelId="{08FF503D-7539-469B-818E-DC4F769CCCCE}" type="sibTrans" cxnId="{E372BE47-3005-4CE8-8F20-DD83533FCF3C}">
      <dgm:prSet/>
      <dgm:spPr/>
      <dgm:t>
        <a:bodyPr/>
        <a:lstStyle/>
        <a:p>
          <a:endParaRPr kumimoji="1" lang="ja-JP" altLang="en-US"/>
        </a:p>
      </dgm:t>
    </dgm:pt>
    <dgm:pt modelId="{9754F5DF-F223-4A2C-AC5F-D137F5684CA3}" type="pres">
      <dgm:prSet presAssocID="{C7F769F3-F74E-4BC9-AF24-F1DF5AFF10F7}" presName="cycle" presStyleCnt="0">
        <dgm:presLayoutVars>
          <dgm:dir/>
          <dgm:resizeHandles val="exact"/>
        </dgm:presLayoutVars>
      </dgm:prSet>
      <dgm:spPr/>
    </dgm:pt>
    <dgm:pt modelId="{92D7371E-A7F3-463C-8604-DB17D7D1EE24}" type="pres">
      <dgm:prSet presAssocID="{AC67EBEC-FD31-4FF3-81AC-BF55D74CE8C3}" presName="node" presStyleLbl="node1" presStyleIdx="0" presStyleCnt="5">
        <dgm:presLayoutVars>
          <dgm:bulletEnabled val="1"/>
        </dgm:presLayoutVars>
      </dgm:prSet>
      <dgm:spPr/>
    </dgm:pt>
    <dgm:pt modelId="{85B438FD-2ADB-4823-8AA0-AB549067BD6F}" type="pres">
      <dgm:prSet presAssocID="{CC7BB7AA-F1B6-4B41-A6C0-BFFA03F41001}" presName="sibTrans" presStyleLbl="sibTrans2D1" presStyleIdx="0" presStyleCnt="5"/>
      <dgm:spPr/>
    </dgm:pt>
    <dgm:pt modelId="{F86EC655-F2C0-4E9E-9F81-97507E7D6F75}" type="pres">
      <dgm:prSet presAssocID="{CC7BB7AA-F1B6-4B41-A6C0-BFFA03F41001}" presName="connectorText" presStyleLbl="sibTrans2D1" presStyleIdx="0" presStyleCnt="5"/>
      <dgm:spPr/>
    </dgm:pt>
    <dgm:pt modelId="{3F10FD0E-A0D8-43BD-862C-6574A1FBD4CE}" type="pres">
      <dgm:prSet presAssocID="{02BDE423-2394-4240-8291-CFA73B8BC074}" presName="node" presStyleLbl="node1" presStyleIdx="1" presStyleCnt="5">
        <dgm:presLayoutVars>
          <dgm:bulletEnabled val="1"/>
        </dgm:presLayoutVars>
      </dgm:prSet>
      <dgm:spPr/>
    </dgm:pt>
    <dgm:pt modelId="{5403343F-734D-4E5F-BD56-FC9940EF5593}" type="pres">
      <dgm:prSet presAssocID="{9EB63F26-938C-41AC-96CA-6356B526A6BD}" presName="sibTrans" presStyleLbl="sibTrans2D1" presStyleIdx="1" presStyleCnt="5"/>
      <dgm:spPr/>
    </dgm:pt>
    <dgm:pt modelId="{7333D114-2246-4A5C-96A9-310D0737FFD3}" type="pres">
      <dgm:prSet presAssocID="{9EB63F26-938C-41AC-96CA-6356B526A6BD}" presName="connectorText" presStyleLbl="sibTrans2D1" presStyleIdx="1" presStyleCnt="5"/>
      <dgm:spPr/>
    </dgm:pt>
    <dgm:pt modelId="{F6BC7F63-7C2D-4D3B-BAA3-E79294D4BC03}" type="pres">
      <dgm:prSet presAssocID="{336775D8-385C-476D-9650-9379A347EABC}" presName="node" presStyleLbl="node1" presStyleIdx="2" presStyleCnt="5">
        <dgm:presLayoutVars>
          <dgm:bulletEnabled val="1"/>
        </dgm:presLayoutVars>
      </dgm:prSet>
      <dgm:spPr/>
    </dgm:pt>
    <dgm:pt modelId="{F841A7C1-CF26-4098-9020-CD9D3F3466B8}" type="pres">
      <dgm:prSet presAssocID="{8E533BCD-30AB-4245-B991-4D25830BE44C}" presName="sibTrans" presStyleLbl="sibTrans2D1" presStyleIdx="2" presStyleCnt="5"/>
      <dgm:spPr/>
    </dgm:pt>
    <dgm:pt modelId="{573EE71D-5BEC-425B-910F-05C585FD0408}" type="pres">
      <dgm:prSet presAssocID="{8E533BCD-30AB-4245-B991-4D25830BE44C}" presName="connectorText" presStyleLbl="sibTrans2D1" presStyleIdx="2" presStyleCnt="5"/>
      <dgm:spPr/>
    </dgm:pt>
    <dgm:pt modelId="{DAE4F65A-F68A-4650-9F59-9C7A13668CCD}" type="pres">
      <dgm:prSet presAssocID="{E5772895-002A-4631-80BA-0E8B2E0E1EC3}" presName="node" presStyleLbl="node1" presStyleIdx="3" presStyleCnt="5">
        <dgm:presLayoutVars>
          <dgm:bulletEnabled val="1"/>
        </dgm:presLayoutVars>
      </dgm:prSet>
      <dgm:spPr/>
    </dgm:pt>
    <dgm:pt modelId="{F17F9028-551C-4E10-B0D1-84862FF606DB}" type="pres">
      <dgm:prSet presAssocID="{52749F99-E597-4631-947A-94136E4309A1}" presName="sibTrans" presStyleLbl="sibTrans2D1" presStyleIdx="3" presStyleCnt="5"/>
      <dgm:spPr/>
    </dgm:pt>
    <dgm:pt modelId="{028E97CA-ECA7-4D99-B87F-68D8F534A548}" type="pres">
      <dgm:prSet presAssocID="{52749F99-E597-4631-947A-94136E4309A1}" presName="connectorText" presStyleLbl="sibTrans2D1" presStyleIdx="3" presStyleCnt="5"/>
      <dgm:spPr/>
    </dgm:pt>
    <dgm:pt modelId="{8D971717-AD57-4A28-8309-F5F3FEE6535A}" type="pres">
      <dgm:prSet presAssocID="{6BA9A904-8D69-411A-A5DA-718C4A15E702}" presName="node" presStyleLbl="node1" presStyleIdx="4" presStyleCnt="5">
        <dgm:presLayoutVars>
          <dgm:bulletEnabled val="1"/>
        </dgm:presLayoutVars>
      </dgm:prSet>
      <dgm:spPr/>
    </dgm:pt>
    <dgm:pt modelId="{41A6AFF8-DF00-4F72-B043-31B41D40F966}" type="pres">
      <dgm:prSet presAssocID="{08FF503D-7539-469B-818E-DC4F769CCCCE}" presName="sibTrans" presStyleLbl="sibTrans2D1" presStyleIdx="4" presStyleCnt="5"/>
      <dgm:spPr/>
    </dgm:pt>
    <dgm:pt modelId="{552DBEFF-86F9-405F-A07C-1BF0518C2422}" type="pres">
      <dgm:prSet presAssocID="{08FF503D-7539-469B-818E-DC4F769CCCCE}" presName="connectorText" presStyleLbl="sibTrans2D1" presStyleIdx="4" presStyleCnt="5"/>
      <dgm:spPr/>
    </dgm:pt>
  </dgm:ptLst>
  <dgm:cxnLst>
    <dgm:cxn modelId="{7F56FC02-7FBA-4C51-BF39-AE3EC5930873}" type="presOf" srcId="{52749F99-E597-4631-947A-94136E4309A1}" destId="{028E97CA-ECA7-4D99-B87F-68D8F534A548}" srcOrd="1" destOrd="0" presId="urn:microsoft.com/office/officeart/2005/8/layout/cycle2"/>
    <dgm:cxn modelId="{ACA6190D-30C6-4873-A9E9-57D9B2207D24}" type="presOf" srcId="{02BDE423-2394-4240-8291-CFA73B8BC074}" destId="{3F10FD0E-A0D8-43BD-862C-6574A1FBD4CE}" srcOrd="0" destOrd="0" presId="urn:microsoft.com/office/officeart/2005/8/layout/cycle2"/>
    <dgm:cxn modelId="{79948314-A3C9-4398-99CA-82D7C38B062A}" srcId="{C7F769F3-F74E-4BC9-AF24-F1DF5AFF10F7}" destId="{E5772895-002A-4631-80BA-0E8B2E0E1EC3}" srcOrd="3" destOrd="0" parTransId="{A2FB92DB-6A89-45F5-A53F-8314B96B384D}" sibTransId="{52749F99-E597-4631-947A-94136E4309A1}"/>
    <dgm:cxn modelId="{F91B5223-E542-4B6C-ADF5-1DDDA842005B}" srcId="{C7F769F3-F74E-4BC9-AF24-F1DF5AFF10F7}" destId="{02BDE423-2394-4240-8291-CFA73B8BC074}" srcOrd="1" destOrd="0" parTransId="{0C2E2A09-2C6A-4205-B60A-2E7BA0811164}" sibTransId="{9EB63F26-938C-41AC-96CA-6356B526A6BD}"/>
    <dgm:cxn modelId="{113F4627-276A-4986-BC97-351E4BE9432D}" type="presOf" srcId="{C7F769F3-F74E-4BC9-AF24-F1DF5AFF10F7}" destId="{9754F5DF-F223-4A2C-AC5F-D137F5684CA3}" srcOrd="0" destOrd="0" presId="urn:microsoft.com/office/officeart/2005/8/layout/cycle2"/>
    <dgm:cxn modelId="{972DC93C-0334-431B-952D-F44A893B7214}" type="presOf" srcId="{8E533BCD-30AB-4245-B991-4D25830BE44C}" destId="{F841A7C1-CF26-4098-9020-CD9D3F3466B8}" srcOrd="0" destOrd="0" presId="urn:microsoft.com/office/officeart/2005/8/layout/cycle2"/>
    <dgm:cxn modelId="{20451765-0EEB-4700-8E36-F596FAF63B49}" type="presOf" srcId="{9EB63F26-938C-41AC-96CA-6356B526A6BD}" destId="{5403343F-734D-4E5F-BD56-FC9940EF5593}" srcOrd="0" destOrd="0" presId="urn:microsoft.com/office/officeart/2005/8/layout/cycle2"/>
    <dgm:cxn modelId="{E372BE47-3005-4CE8-8F20-DD83533FCF3C}" srcId="{C7F769F3-F74E-4BC9-AF24-F1DF5AFF10F7}" destId="{6BA9A904-8D69-411A-A5DA-718C4A15E702}" srcOrd="4" destOrd="0" parTransId="{5BD7C97A-0D04-4BAE-AD40-E23476518B50}" sibTransId="{08FF503D-7539-469B-818E-DC4F769CCCCE}"/>
    <dgm:cxn modelId="{8C41CA6A-DD87-4DAE-ACD3-522A39EFEAAA}" type="presOf" srcId="{9EB63F26-938C-41AC-96CA-6356B526A6BD}" destId="{7333D114-2246-4A5C-96A9-310D0737FFD3}" srcOrd="1" destOrd="0" presId="urn:microsoft.com/office/officeart/2005/8/layout/cycle2"/>
    <dgm:cxn modelId="{5D5C197B-02A5-42E6-A27D-1B35CA044F6A}" type="presOf" srcId="{6BA9A904-8D69-411A-A5DA-718C4A15E702}" destId="{8D971717-AD57-4A28-8309-F5F3FEE6535A}" srcOrd="0" destOrd="0" presId="urn:microsoft.com/office/officeart/2005/8/layout/cycle2"/>
    <dgm:cxn modelId="{BB91E87D-A217-4539-AD12-8AFE07A0AB45}" type="presOf" srcId="{CC7BB7AA-F1B6-4B41-A6C0-BFFA03F41001}" destId="{85B438FD-2ADB-4823-8AA0-AB549067BD6F}" srcOrd="0" destOrd="0" presId="urn:microsoft.com/office/officeart/2005/8/layout/cycle2"/>
    <dgm:cxn modelId="{95CD3286-F695-4B75-934D-EF9118892864}" type="presOf" srcId="{52749F99-E597-4631-947A-94136E4309A1}" destId="{F17F9028-551C-4E10-B0D1-84862FF606DB}" srcOrd="0" destOrd="0" presId="urn:microsoft.com/office/officeart/2005/8/layout/cycle2"/>
    <dgm:cxn modelId="{EBF0CD8D-5105-4CB6-8645-F387DBE6C716}" type="presOf" srcId="{AC67EBEC-FD31-4FF3-81AC-BF55D74CE8C3}" destId="{92D7371E-A7F3-463C-8604-DB17D7D1EE24}" srcOrd="0" destOrd="0" presId="urn:microsoft.com/office/officeart/2005/8/layout/cycle2"/>
    <dgm:cxn modelId="{D36F6199-AFB8-42DB-BA64-FEFA4ED8C0F8}" type="presOf" srcId="{08FF503D-7539-469B-818E-DC4F769CCCCE}" destId="{41A6AFF8-DF00-4F72-B043-31B41D40F966}" srcOrd="0" destOrd="0" presId="urn:microsoft.com/office/officeart/2005/8/layout/cycle2"/>
    <dgm:cxn modelId="{9E386499-0C35-4FFF-8098-F39C9B516A28}" type="presOf" srcId="{08FF503D-7539-469B-818E-DC4F769CCCCE}" destId="{552DBEFF-86F9-405F-A07C-1BF0518C2422}" srcOrd="1" destOrd="0" presId="urn:microsoft.com/office/officeart/2005/8/layout/cycle2"/>
    <dgm:cxn modelId="{4571FEB4-72AC-41F9-A218-2F2C53AD1658}" srcId="{C7F769F3-F74E-4BC9-AF24-F1DF5AFF10F7}" destId="{AC67EBEC-FD31-4FF3-81AC-BF55D74CE8C3}" srcOrd="0" destOrd="0" parTransId="{2DFB316D-DAAA-4BDF-9E5C-249797E26D46}" sibTransId="{CC7BB7AA-F1B6-4B41-A6C0-BFFA03F41001}"/>
    <dgm:cxn modelId="{BA791BBA-0694-4DCA-827E-EFA7E0BD682D}" srcId="{C7F769F3-F74E-4BC9-AF24-F1DF5AFF10F7}" destId="{336775D8-385C-476D-9650-9379A347EABC}" srcOrd="2" destOrd="0" parTransId="{44D10C85-6B09-433E-BF36-09F81E264FA0}" sibTransId="{8E533BCD-30AB-4245-B991-4D25830BE44C}"/>
    <dgm:cxn modelId="{022FD1CF-08E3-4F62-83AF-F0B963EB499D}" type="presOf" srcId="{E5772895-002A-4631-80BA-0E8B2E0E1EC3}" destId="{DAE4F65A-F68A-4650-9F59-9C7A13668CCD}" srcOrd="0" destOrd="0" presId="urn:microsoft.com/office/officeart/2005/8/layout/cycle2"/>
    <dgm:cxn modelId="{8DE311D3-799B-41A1-8250-A2D6728477E8}" type="presOf" srcId="{8E533BCD-30AB-4245-B991-4D25830BE44C}" destId="{573EE71D-5BEC-425B-910F-05C585FD0408}" srcOrd="1" destOrd="0" presId="urn:microsoft.com/office/officeart/2005/8/layout/cycle2"/>
    <dgm:cxn modelId="{FDD558D4-F7F7-421A-BD20-E71969DB08BA}" type="presOf" srcId="{336775D8-385C-476D-9650-9379A347EABC}" destId="{F6BC7F63-7C2D-4D3B-BAA3-E79294D4BC03}" srcOrd="0" destOrd="0" presId="urn:microsoft.com/office/officeart/2005/8/layout/cycle2"/>
    <dgm:cxn modelId="{F7BA2BDE-0513-4B39-B537-74496FFE1FC8}" type="presOf" srcId="{CC7BB7AA-F1B6-4B41-A6C0-BFFA03F41001}" destId="{F86EC655-F2C0-4E9E-9F81-97507E7D6F75}" srcOrd="1" destOrd="0" presId="urn:microsoft.com/office/officeart/2005/8/layout/cycle2"/>
    <dgm:cxn modelId="{66D91342-9BE7-4EDA-B829-7089E65D56CB}" type="presParOf" srcId="{9754F5DF-F223-4A2C-AC5F-D137F5684CA3}" destId="{92D7371E-A7F3-463C-8604-DB17D7D1EE24}" srcOrd="0" destOrd="0" presId="urn:microsoft.com/office/officeart/2005/8/layout/cycle2"/>
    <dgm:cxn modelId="{AD77DC15-4CDA-45FD-A38D-9716F9DBC521}" type="presParOf" srcId="{9754F5DF-F223-4A2C-AC5F-D137F5684CA3}" destId="{85B438FD-2ADB-4823-8AA0-AB549067BD6F}" srcOrd="1" destOrd="0" presId="urn:microsoft.com/office/officeart/2005/8/layout/cycle2"/>
    <dgm:cxn modelId="{C278ABE0-D696-4BCA-AF1A-95431890F76C}" type="presParOf" srcId="{85B438FD-2ADB-4823-8AA0-AB549067BD6F}" destId="{F86EC655-F2C0-4E9E-9F81-97507E7D6F75}" srcOrd="0" destOrd="0" presId="urn:microsoft.com/office/officeart/2005/8/layout/cycle2"/>
    <dgm:cxn modelId="{1518375E-71E3-4ACE-AAEA-E55151B57602}" type="presParOf" srcId="{9754F5DF-F223-4A2C-AC5F-D137F5684CA3}" destId="{3F10FD0E-A0D8-43BD-862C-6574A1FBD4CE}" srcOrd="2" destOrd="0" presId="urn:microsoft.com/office/officeart/2005/8/layout/cycle2"/>
    <dgm:cxn modelId="{927ECD6F-E455-4FF7-8A0E-C29FB50446B3}" type="presParOf" srcId="{9754F5DF-F223-4A2C-AC5F-D137F5684CA3}" destId="{5403343F-734D-4E5F-BD56-FC9940EF5593}" srcOrd="3" destOrd="0" presId="urn:microsoft.com/office/officeart/2005/8/layout/cycle2"/>
    <dgm:cxn modelId="{271086F0-439F-40E4-8206-C885EC46DF30}" type="presParOf" srcId="{5403343F-734D-4E5F-BD56-FC9940EF5593}" destId="{7333D114-2246-4A5C-96A9-310D0737FFD3}" srcOrd="0" destOrd="0" presId="urn:microsoft.com/office/officeart/2005/8/layout/cycle2"/>
    <dgm:cxn modelId="{19B58318-6423-4E81-BBE0-E8A721D3C28B}" type="presParOf" srcId="{9754F5DF-F223-4A2C-AC5F-D137F5684CA3}" destId="{F6BC7F63-7C2D-4D3B-BAA3-E79294D4BC03}" srcOrd="4" destOrd="0" presId="urn:microsoft.com/office/officeart/2005/8/layout/cycle2"/>
    <dgm:cxn modelId="{2326BE96-097B-4CCA-BEE5-73F7B9B2D725}" type="presParOf" srcId="{9754F5DF-F223-4A2C-AC5F-D137F5684CA3}" destId="{F841A7C1-CF26-4098-9020-CD9D3F3466B8}" srcOrd="5" destOrd="0" presId="urn:microsoft.com/office/officeart/2005/8/layout/cycle2"/>
    <dgm:cxn modelId="{E312B79D-F806-4CCF-A7B1-A64B33FE5878}" type="presParOf" srcId="{F841A7C1-CF26-4098-9020-CD9D3F3466B8}" destId="{573EE71D-5BEC-425B-910F-05C585FD0408}" srcOrd="0" destOrd="0" presId="urn:microsoft.com/office/officeart/2005/8/layout/cycle2"/>
    <dgm:cxn modelId="{EE7FACE4-603C-450E-81AA-1C6CAF2083F7}" type="presParOf" srcId="{9754F5DF-F223-4A2C-AC5F-D137F5684CA3}" destId="{DAE4F65A-F68A-4650-9F59-9C7A13668CCD}" srcOrd="6" destOrd="0" presId="urn:microsoft.com/office/officeart/2005/8/layout/cycle2"/>
    <dgm:cxn modelId="{4C9011D4-11CE-4201-A799-26492F5E86E8}" type="presParOf" srcId="{9754F5DF-F223-4A2C-AC5F-D137F5684CA3}" destId="{F17F9028-551C-4E10-B0D1-84862FF606DB}" srcOrd="7" destOrd="0" presId="urn:microsoft.com/office/officeart/2005/8/layout/cycle2"/>
    <dgm:cxn modelId="{C6281DA3-92DD-40E7-A5AA-D5F518B03E93}" type="presParOf" srcId="{F17F9028-551C-4E10-B0D1-84862FF606DB}" destId="{028E97CA-ECA7-4D99-B87F-68D8F534A548}" srcOrd="0" destOrd="0" presId="urn:microsoft.com/office/officeart/2005/8/layout/cycle2"/>
    <dgm:cxn modelId="{EC6A0E8E-E066-4F9D-AE68-FF2798895342}" type="presParOf" srcId="{9754F5DF-F223-4A2C-AC5F-D137F5684CA3}" destId="{8D971717-AD57-4A28-8309-F5F3FEE6535A}" srcOrd="8" destOrd="0" presId="urn:microsoft.com/office/officeart/2005/8/layout/cycle2"/>
    <dgm:cxn modelId="{31610506-C5F8-4505-9676-ED995219C43C}" type="presParOf" srcId="{9754F5DF-F223-4A2C-AC5F-D137F5684CA3}" destId="{41A6AFF8-DF00-4F72-B043-31B41D40F966}" srcOrd="9" destOrd="0" presId="urn:microsoft.com/office/officeart/2005/8/layout/cycle2"/>
    <dgm:cxn modelId="{5A7305BA-08B8-4879-9474-6874E1D4BF8F}" type="presParOf" srcId="{41A6AFF8-DF00-4F72-B043-31B41D40F966}" destId="{552DBEFF-86F9-405F-A07C-1BF0518C2422}"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B6875F-7310-493C-8222-9B5F32145284}">
      <dsp:nvSpPr>
        <dsp:cNvPr id="0" name=""/>
        <dsp:cNvSpPr/>
      </dsp:nvSpPr>
      <dsp:spPr>
        <a:xfrm>
          <a:off x="487589" y="2904206"/>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GameManager</a:t>
          </a:r>
          <a:endParaRPr kumimoji="1" lang="ja-JP" altLang="en-US" sz="1600" kern="1200" dirty="0"/>
        </a:p>
      </dsp:txBody>
      <dsp:txXfrm>
        <a:off x="510326" y="2926943"/>
        <a:ext cx="1507092" cy="730809"/>
      </dsp:txXfrm>
    </dsp:sp>
    <dsp:sp modelId="{D699DD5A-E867-4CC4-BC22-0D13FDE098A4}">
      <dsp:nvSpPr>
        <dsp:cNvPr id="0" name=""/>
        <dsp:cNvSpPr/>
      </dsp:nvSpPr>
      <dsp:spPr>
        <a:xfrm rot="17051759">
          <a:off x="1084506" y="2053468"/>
          <a:ext cx="2532327" cy="22763"/>
        </a:xfrm>
        <a:custGeom>
          <a:avLst/>
          <a:gdLst/>
          <a:ahLst/>
          <a:cxnLst/>
          <a:rect l="0" t="0" r="0" b="0"/>
          <a:pathLst>
            <a:path>
              <a:moveTo>
                <a:pt x="0" y="11381"/>
              </a:moveTo>
              <a:lnTo>
                <a:pt x="2532327" y="11381"/>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kumimoji="1" lang="ja-JP" altLang="en-US" sz="900" kern="1200"/>
        </a:p>
      </dsp:txBody>
      <dsp:txXfrm>
        <a:off x="2287361" y="2001542"/>
        <a:ext cx="126616" cy="126616"/>
      </dsp:txXfrm>
    </dsp:sp>
    <dsp:sp modelId="{ED6D27B2-36F2-4BA5-ACA5-3285528F0312}">
      <dsp:nvSpPr>
        <dsp:cNvPr id="0" name=""/>
        <dsp:cNvSpPr/>
      </dsp:nvSpPr>
      <dsp:spPr>
        <a:xfrm>
          <a:off x="2661183" y="449210"/>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PlayerController</a:t>
          </a:r>
          <a:endParaRPr kumimoji="1" lang="ja-JP" altLang="en-US" sz="1600" kern="1200" dirty="0"/>
        </a:p>
      </dsp:txBody>
      <dsp:txXfrm>
        <a:off x="2683920" y="471947"/>
        <a:ext cx="1507092" cy="730809"/>
      </dsp:txXfrm>
    </dsp:sp>
    <dsp:sp modelId="{22FA48DC-EC02-4F73-A83F-8BDE7F696907}">
      <dsp:nvSpPr>
        <dsp:cNvPr id="0" name=""/>
        <dsp:cNvSpPr/>
      </dsp:nvSpPr>
      <dsp:spPr>
        <a:xfrm rot="19457599">
          <a:off x="4141864" y="602788"/>
          <a:ext cx="764796" cy="22763"/>
        </a:xfrm>
        <a:custGeom>
          <a:avLst/>
          <a:gdLst/>
          <a:ahLst/>
          <a:cxnLst/>
          <a:rect l="0" t="0" r="0" b="0"/>
          <a:pathLst>
            <a:path>
              <a:moveTo>
                <a:pt x="0" y="11381"/>
              </a:moveTo>
              <a:lnTo>
                <a:pt x="764796" y="113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505143" y="595050"/>
        <a:ext cx="38239" cy="38239"/>
      </dsp:txXfrm>
    </dsp:sp>
    <dsp:sp modelId="{98CC1F9C-36BF-4492-AEE1-491E77DC77B9}">
      <dsp:nvSpPr>
        <dsp:cNvPr id="0" name=""/>
        <dsp:cNvSpPr/>
      </dsp:nvSpPr>
      <dsp:spPr>
        <a:xfrm>
          <a:off x="4834776" y="2847"/>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Mochibeam</a:t>
          </a:r>
          <a:endParaRPr kumimoji="1" lang="ja-JP" altLang="en-US" sz="1600" kern="1200" dirty="0"/>
        </a:p>
      </dsp:txBody>
      <dsp:txXfrm>
        <a:off x="4857513" y="25584"/>
        <a:ext cx="1507092" cy="730809"/>
      </dsp:txXfrm>
    </dsp:sp>
    <dsp:sp modelId="{720DF4CB-30FC-4730-A92B-073B57A19190}">
      <dsp:nvSpPr>
        <dsp:cNvPr id="0" name=""/>
        <dsp:cNvSpPr/>
      </dsp:nvSpPr>
      <dsp:spPr>
        <a:xfrm rot="2142401">
          <a:off x="4141864" y="1049151"/>
          <a:ext cx="764796" cy="22763"/>
        </a:xfrm>
        <a:custGeom>
          <a:avLst/>
          <a:gdLst/>
          <a:ahLst/>
          <a:cxnLst/>
          <a:rect l="0" t="0" r="0" b="0"/>
          <a:pathLst>
            <a:path>
              <a:moveTo>
                <a:pt x="0" y="11381"/>
              </a:moveTo>
              <a:lnTo>
                <a:pt x="764796" y="113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505143" y="1041413"/>
        <a:ext cx="38239" cy="38239"/>
      </dsp:txXfrm>
    </dsp:sp>
    <dsp:sp modelId="{4984444F-44A7-46D3-BCA8-0D4DB263D832}">
      <dsp:nvSpPr>
        <dsp:cNvPr id="0" name=""/>
        <dsp:cNvSpPr/>
      </dsp:nvSpPr>
      <dsp:spPr>
        <a:xfrm>
          <a:off x="4834776" y="895573"/>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RecoveryItem</a:t>
          </a:r>
          <a:endParaRPr kumimoji="1" lang="ja-JP" altLang="en-US" sz="1600" kern="1200" dirty="0"/>
        </a:p>
      </dsp:txBody>
      <dsp:txXfrm>
        <a:off x="4857513" y="918310"/>
        <a:ext cx="1507092" cy="730809"/>
      </dsp:txXfrm>
    </dsp:sp>
    <dsp:sp modelId="{316B6026-5BF4-4CA7-B565-286AA7764DBD}">
      <dsp:nvSpPr>
        <dsp:cNvPr id="0" name=""/>
        <dsp:cNvSpPr/>
      </dsp:nvSpPr>
      <dsp:spPr>
        <a:xfrm rot="20413970">
          <a:off x="2020713" y="3169375"/>
          <a:ext cx="659912" cy="22763"/>
        </a:xfrm>
        <a:custGeom>
          <a:avLst/>
          <a:gdLst/>
          <a:ahLst/>
          <a:cxnLst/>
          <a:rect l="0" t="0" r="0" b="0"/>
          <a:pathLst>
            <a:path>
              <a:moveTo>
                <a:pt x="0" y="11381"/>
              </a:moveTo>
              <a:lnTo>
                <a:pt x="659912" y="11381"/>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2334171" y="3164259"/>
        <a:ext cx="32995" cy="32995"/>
      </dsp:txXfrm>
    </dsp:sp>
    <dsp:sp modelId="{B372DC73-EE5C-45F4-8027-42F4436F27A9}">
      <dsp:nvSpPr>
        <dsp:cNvPr id="0" name=""/>
        <dsp:cNvSpPr/>
      </dsp:nvSpPr>
      <dsp:spPr>
        <a:xfrm>
          <a:off x="2661183" y="2681025"/>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EnemySpawner</a:t>
          </a:r>
          <a:endParaRPr kumimoji="1" lang="ja-JP" altLang="en-US" sz="1600" kern="1200" dirty="0"/>
        </a:p>
      </dsp:txBody>
      <dsp:txXfrm>
        <a:off x="2683920" y="2703762"/>
        <a:ext cx="1507092" cy="730809"/>
      </dsp:txXfrm>
    </dsp:sp>
    <dsp:sp modelId="{8793C17D-73FB-42F4-AF34-70E787E78091}">
      <dsp:nvSpPr>
        <dsp:cNvPr id="0" name=""/>
        <dsp:cNvSpPr/>
      </dsp:nvSpPr>
      <dsp:spPr>
        <a:xfrm rot="18289469">
          <a:off x="3980518" y="2611422"/>
          <a:ext cx="1087489" cy="22763"/>
        </a:xfrm>
        <a:custGeom>
          <a:avLst/>
          <a:gdLst/>
          <a:ahLst/>
          <a:cxnLst/>
          <a:rect l="0" t="0" r="0" b="0"/>
          <a:pathLst>
            <a:path>
              <a:moveTo>
                <a:pt x="0" y="11381"/>
              </a:moveTo>
              <a:lnTo>
                <a:pt x="1087489" y="113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497076" y="2595616"/>
        <a:ext cx="54374" cy="54374"/>
      </dsp:txXfrm>
    </dsp:sp>
    <dsp:sp modelId="{CFBBDB94-258A-4AA6-A745-EFCCED15D6F9}">
      <dsp:nvSpPr>
        <dsp:cNvPr id="0" name=""/>
        <dsp:cNvSpPr/>
      </dsp:nvSpPr>
      <dsp:spPr>
        <a:xfrm>
          <a:off x="4834776" y="1788299"/>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a:t>Enemy</a:t>
          </a:r>
          <a:endParaRPr kumimoji="1" lang="ja-JP" altLang="en-US" sz="1600" kern="1200" dirty="0"/>
        </a:p>
      </dsp:txBody>
      <dsp:txXfrm>
        <a:off x="4857513" y="1811036"/>
        <a:ext cx="1507092" cy="730809"/>
      </dsp:txXfrm>
    </dsp:sp>
    <dsp:sp modelId="{0D297C97-C5D9-40EC-BEC8-E4EDC51F8D4C}">
      <dsp:nvSpPr>
        <dsp:cNvPr id="0" name=""/>
        <dsp:cNvSpPr/>
      </dsp:nvSpPr>
      <dsp:spPr>
        <a:xfrm>
          <a:off x="4213749" y="3057785"/>
          <a:ext cx="621026" cy="22763"/>
        </a:xfrm>
        <a:custGeom>
          <a:avLst/>
          <a:gdLst/>
          <a:ahLst/>
          <a:cxnLst/>
          <a:rect l="0" t="0" r="0" b="0"/>
          <a:pathLst>
            <a:path>
              <a:moveTo>
                <a:pt x="0" y="11381"/>
              </a:moveTo>
              <a:lnTo>
                <a:pt x="621026" y="113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508737" y="3053641"/>
        <a:ext cx="31051" cy="31051"/>
      </dsp:txXfrm>
    </dsp:sp>
    <dsp:sp modelId="{63B5685B-A818-418B-B7E1-13F3A3ED7D8B}">
      <dsp:nvSpPr>
        <dsp:cNvPr id="0" name=""/>
        <dsp:cNvSpPr/>
      </dsp:nvSpPr>
      <dsp:spPr>
        <a:xfrm>
          <a:off x="4834776" y="2681025"/>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EnemyData</a:t>
          </a:r>
          <a:endParaRPr kumimoji="1" lang="ja-JP" altLang="en-US" sz="1600" kern="1200" dirty="0"/>
        </a:p>
      </dsp:txBody>
      <dsp:txXfrm>
        <a:off x="4857513" y="2703762"/>
        <a:ext cx="1507092" cy="730809"/>
      </dsp:txXfrm>
    </dsp:sp>
    <dsp:sp modelId="{A223EE54-9C1E-414D-8AFA-B42963A8F6EE}">
      <dsp:nvSpPr>
        <dsp:cNvPr id="0" name=""/>
        <dsp:cNvSpPr/>
      </dsp:nvSpPr>
      <dsp:spPr>
        <a:xfrm rot="3310531">
          <a:off x="3980518" y="3504148"/>
          <a:ext cx="1087489" cy="22763"/>
        </a:xfrm>
        <a:custGeom>
          <a:avLst/>
          <a:gdLst/>
          <a:ahLst/>
          <a:cxnLst/>
          <a:rect l="0" t="0" r="0" b="0"/>
          <a:pathLst>
            <a:path>
              <a:moveTo>
                <a:pt x="0" y="11381"/>
              </a:moveTo>
              <a:lnTo>
                <a:pt x="1087489" y="113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497076" y="3488342"/>
        <a:ext cx="54374" cy="54374"/>
      </dsp:txXfrm>
    </dsp:sp>
    <dsp:sp modelId="{65F9582D-30BC-47D5-9210-8191A46A6300}">
      <dsp:nvSpPr>
        <dsp:cNvPr id="0" name=""/>
        <dsp:cNvSpPr/>
      </dsp:nvSpPr>
      <dsp:spPr>
        <a:xfrm>
          <a:off x="4834776" y="3573751"/>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FloatingEnemy</a:t>
          </a:r>
          <a:endParaRPr kumimoji="1" lang="en-US" altLang="ja-JP" sz="1600" kern="1200" dirty="0"/>
        </a:p>
      </dsp:txBody>
      <dsp:txXfrm>
        <a:off x="4857513" y="3596488"/>
        <a:ext cx="1507092" cy="730809"/>
      </dsp:txXfrm>
    </dsp:sp>
    <dsp:sp modelId="{008E796C-D650-4015-8247-B75347CD8B6D}">
      <dsp:nvSpPr>
        <dsp:cNvPr id="0" name=""/>
        <dsp:cNvSpPr/>
      </dsp:nvSpPr>
      <dsp:spPr>
        <a:xfrm rot="2829178">
          <a:off x="1894061" y="3615738"/>
          <a:ext cx="913216" cy="22763"/>
        </a:xfrm>
        <a:custGeom>
          <a:avLst/>
          <a:gdLst/>
          <a:ahLst/>
          <a:cxnLst/>
          <a:rect l="0" t="0" r="0" b="0"/>
          <a:pathLst>
            <a:path>
              <a:moveTo>
                <a:pt x="0" y="11381"/>
              </a:moveTo>
              <a:lnTo>
                <a:pt x="913216" y="11381"/>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2327839" y="3604290"/>
        <a:ext cx="45660" cy="45660"/>
      </dsp:txXfrm>
    </dsp:sp>
    <dsp:sp modelId="{6085A40B-044C-4A65-B197-8B409D1E378D}">
      <dsp:nvSpPr>
        <dsp:cNvPr id="0" name=""/>
        <dsp:cNvSpPr/>
      </dsp:nvSpPr>
      <dsp:spPr>
        <a:xfrm>
          <a:off x="2661183" y="3573751"/>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ScoreManager</a:t>
          </a:r>
          <a:endParaRPr kumimoji="1" lang="ja-JP" altLang="en-US" sz="1600" kern="1200" dirty="0"/>
        </a:p>
      </dsp:txBody>
      <dsp:txXfrm>
        <a:off x="2683920" y="3596488"/>
        <a:ext cx="1507092" cy="730809"/>
      </dsp:txXfrm>
    </dsp:sp>
    <dsp:sp modelId="{05009D07-0B2B-4817-A4D5-D36286351AD4}">
      <dsp:nvSpPr>
        <dsp:cNvPr id="0" name=""/>
        <dsp:cNvSpPr/>
      </dsp:nvSpPr>
      <dsp:spPr>
        <a:xfrm rot="4099285">
          <a:off x="1510080" y="4062101"/>
          <a:ext cx="1681179" cy="22763"/>
        </a:xfrm>
        <a:custGeom>
          <a:avLst/>
          <a:gdLst/>
          <a:ahLst/>
          <a:cxnLst/>
          <a:rect l="0" t="0" r="0" b="0"/>
          <a:pathLst>
            <a:path>
              <a:moveTo>
                <a:pt x="0" y="11381"/>
              </a:moveTo>
              <a:lnTo>
                <a:pt x="1681179" y="11381"/>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kumimoji="1" lang="ja-JP" altLang="en-US" sz="600" kern="1200"/>
        </a:p>
      </dsp:txBody>
      <dsp:txXfrm>
        <a:off x="2308640" y="4031454"/>
        <a:ext cx="84058" cy="84058"/>
      </dsp:txXfrm>
    </dsp:sp>
    <dsp:sp modelId="{3AEC01BD-99B6-49E5-8566-1B1923432778}">
      <dsp:nvSpPr>
        <dsp:cNvPr id="0" name=""/>
        <dsp:cNvSpPr/>
      </dsp:nvSpPr>
      <dsp:spPr>
        <a:xfrm>
          <a:off x="2661183" y="4466477"/>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OptionManager</a:t>
          </a:r>
          <a:endParaRPr kumimoji="1" lang="ja-JP" altLang="en-US" sz="1600" kern="1200" dirty="0"/>
        </a:p>
      </dsp:txBody>
      <dsp:txXfrm>
        <a:off x="2683920" y="4489214"/>
        <a:ext cx="1507092" cy="730809"/>
      </dsp:txXfrm>
    </dsp:sp>
    <dsp:sp modelId="{4ABB1773-CD20-4A22-9C40-ACF1E3E05649}">
      <dsp:nvSpPr>
        <dsp:cNvPr id="0" name=""/>
        <dsp:cNvSpPr/>
      </dsp:nvSpPr>
      <dsp:spPr>
        <a:xfrm rot="4548241">
          <a:off x="1084506" y="4508464"/>
          <a:ext cx="2532327" cy="22763"/>
        </a:xfrm>
        <a:custGeom>
          <a:avLst/>
          <a:gdLst/>
          <a:ahLst/>
          <a:cxnLst/>
          <a:rect l="0" t="0" r="0" b="0"/>
          <a:pathLst>
            <a:path>
              <a:moveTo>
                <a:pt x="0" y="11381"/>
              </a:moveTo>
              <a:lnTo>
                <a:pt x="2532327" y="11381"/>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kumimoji="1" lang="ja-JP" altLang="en-US" sz="900" kern="1200"/>
        </a:p>
      </dsp:txBody>
      <dsp:txXfrm>
        <a:off x="2287361" y="4456538"/>
        <a:ext cx="126616" cy="126616"/>
      </dsp:txXfrm>
    </dsp:sp>
    <dsp:sp modelId="{DF32A111-1FCE-45FB-9C70-11E4F46753AA}">
      <dsp:nvSpPr>
        <dsp:cNvPr id="0" name=""/>
        <dsp:cNvSpPr/>
      </dsp:nvSpPr>
      <dsp:spPr>
        <a:xfrm>
          <a:off x="2661183" y="5359203"/>
          <a:ext cx="1552566" cy="776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err="1"/>
            <a:t>BGMManager</a:t>
          </a:r>
          <a:endParaRPr kumimoji="1" lang="en-US" altLang="ja-JP" sz="1600" kern="1200" dirty="0"/>
        </a:p>
        <a:p>
          <a:pPr marL="0" lvl="0" indent="0" algn="ctr" defTabSz="711200">
            <a:lnSpc>
              <a:spcPct val="90000"/>
            </a:lnSpc>
            <a:spcBef>
              <a:spcPct val="0"/>
            </a:spcBef>
            <a:spcAft>
              <a:spcPct val="35000"/>
            </a:spcAft>
            <a:buNone/>
          </a:pPr>
          <a:r>
            <a:rPr kumimoji="1" lang="en-US" altLang="ja-JP" sz="1600" kern="1200" dirty="0" err="1"/>
            <a:t>SEManager</a:t>
          </a:r>
          <a:endParaRPr kumimoji="1" lang="en-US" altLang="ja-JP" sz="1600" kern="1200" dirty="0"/>
        </a:p>
      </dsp:txBody>
      <dsp:txXfrm>
        <a:off x="2683920" y="5381940"/>
        <a:ext cx="1507092" cy="7308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D7371E-A7F3-463C-8604-DB17D7D1EE24}">
      <dsp:nvSpPr>
        <dsp:cNvPr id="0" name=""/>
        <dsp:cNvSpPr/>
      </dsp:nvSpPr>
      <dsp:spPr>
        <a:xfrm>
          <a:off x="2690556" y="1232"/>
          <a:ext cx="1493820" cy="149382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kumimoji="1" lang="en-US" altLang="ja-JP" sz="1500" kern="1200" dirty="0">
              <a:latin typeface="ADLaM Display" panose="02010000000000000000" pitchFamily="2" charset="0"/>
              <a:ea typeface="ADLaM Display" panose="02010000000000000000" pitchFamily="2" charset="0"/>
              <a:cs typeface="ADLaM Display" panose="02010000000000000000" pitchFamily="2" charset="0"/>
            </a:rPr>
            <a:t>Title</a:t>
          </a:r>
          <a:endParaRPr kumimoji="1" lang="ja-JP" altLang="en-US" sz="1500" kern="1200" dirty="0">
            <a:latin typeface="ADLaM Display" panose="02010000000000000000" pitchFamily="2" charset="0"/>
            <a:cs typeface="ADLaM Display" panose="02010000000000000000" pitchFamily="2" charset="0"/>
          </a:endParaRPr>
        </a:p>
      </dsp:txBody>
      <dsp:txXfrm>
        <a:off x="2909321" y="219997"/>
        <a:ext cx="1056290" cy="1056290"/>
      </dsp:txXfrm>
    </dsp:sp>
    <dsp:sp modelId="{85B438FD-2ADB-4823-8AA0-AB549067BD6F}">
      <dsp:nvSpPr>
        <dsp:cNvPr id="0" name=""/>
        <dsp:cNvSpPr/>
      </dsp:nvSpPr>
      <dsp:spPr>
        <a:xfrm rot="2160000">
          <a:off x="4137391" y="1149185"/>
          <a:ext cx="398048" cy="5041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kumimoji="1" lang="ja-JP" altLang="en-US" sz="1200" kern="1200"/>
        </a:p>
      </dsp:txBody>
      <dsp:txXfrm>
        <a:off x="4148794" y="1214923"/>
        <a:ext cx="278634" cy="302498"/>
      </dsp:txXfrm>
    </dsp:sp>
    <dsp:sp modelId="{3F10FD0E-A0D8-43BD-862C-6574A1FBD4CE}">
      <dsp:nvSpPr>
        <dsp:cNvPr id="0" name=""/>
        <dsp:cNvSpPr/>
      </dsp:nvSpPr>
      <dsp:spPr>
        <a:xfrm>
          <a:off x="4506683" y="1320725"/>
          <a:ext cx="1493820" cy="149382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kumimoji="1" lang="en-US" altLang="ja-JP" sz="1500" kern="1200" dirty="0" err="1">
              <a:latin typeface="ADLaM Display" panose="02010000000000000000" pitchFamily="2" charset="0"/>
              <a:ea typeface="ADLaM Display" panose="02010000000000000000" pitchFamily="2" charset="0"/>
              <a:cs typeface="ADLaM Display" panose="02010000000000000000" pitchFamily="2" charset="0"/>
            </a:rPr>
            <a:t>HowtoPlay</a:t>
          </a:r>
          <a:endParaRPr kumimoji="1" lang="ja-JP" altLang="en-US" sz="1500" kern="1200" dirty="0">
            <a:latin typeface="ADLaM Display" panose="02010000000000000000" pitchFamily="2" charset="0"/>
            <a:cs typeface="ADLaM Display" panose="02010000000000000000" pitchFamily="2" charset="0"/>
          </a:endParaRPr>
        </a:p>
      </dsp:txBody>
      <dsp:txXfrm>
        <a:off x="4725448" y="1539490"/>
        <a:ext cx="1056290" cy="1056290"/>
      </dsp:txXfrm>
    </dsp:sp>
    <dsp:sp modelId="{5403343F-734D-4E5F-BD56-FC9940EF5593}">
      <dsp:nvSpPr>
        <dsp:cNvPr id="0" name=""/>
        <dsp:cNvSpPr/>
      </dsp:nvSpPr>
      <dsp:spPr>
        <a:xfrm rot="6480000">
          <a:off x="4711200" y="2872332"/>
          <a:ext cx="398048" cy="5041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kumimoji="1" lang="ja-JP" altLang="en-US" sz="1200" kern="1200"/>
        </a:p>
      </dsp:txBody>
      <dsp:txXfrm rot="10800000">
        <a:off x="4789357" y="2916380"/>
        <a:ext cx="278634" cy="302498"/>
      </dsp:txXfrm>
    </dsp:sp>
    <dsp:sp modelId="{F6BC7F63-7C2D-4D3B-BAA3-E79294D4BC03}">
      <dsp:nvSpPr>
        <dsp:cNvPr id="0" name=""/>
        <dsp:cNvSpPr/>
      </dsp:nvSpPr>
      <dsp:spPr>
        <a:xfrm>
          <a:off x="3812984" y="3455711"/>
          <a:ext cx="1493820" cy="149382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kumimoji="1" lang="en-US" altLang="ja-JP" sz="1500" kern="1200" dirty="0">
              <a:latin typeface="ADLaM Display" panose="02010000000000000000" pitchFamily="2" charset="0"/>
              <a:ea typeface="ADLaM Display" panose="02010000000000000000" pitchFamily="2" charset="0"/>
              <a:cs typeface="ADLaM Display" panose="02010000000000000000" pitchFamily="2" charset="0"/>
            </a:rPr>
            <a:t>1stStage</a:t>
          </a:r>
          <a:endParaRPr kumimoji="1" lang="ja-JP" altLang="en-US" sz="1500" kern="1200" dirty="0">
            <a:latin typeface="ADLaM Display" panose="02010000000000000000" pitchFamily="2" charset="0"/>
            <a:cs typeface="ADLaM Display" panose="02010000000000000000" pitchFamily="2" charset="0"/>
          </a:endParaRPr>
        </a:p>
      </dsp:txBody>
      <dsp:txXfrm>
        <a:off x="4031749" y="3674476"/>
        <a:ext cx="1056290" cy="1056290"/>
      </dsp:txXfrm>
    </dsp:sp>
    <dsp:sp modelId="{F841A7C1-CF26-4098-9020-CD9D3F3466B8}">
      <dsp:nvSpPr>
        <dsp:cNvPr id="0" name=""/>
        <dsp:cNvSpPr/>
      </dsp:nvSpPr>
      <dsp:spPr>
        <a:xfrm rot="10800000">
          <a:off x="3249707" y="3950539"/>
          <a:ext cx="398048" cy="5041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kumimoji="1" lang="ja-JP" altLang="en-US" sz="1200" kern="1200"/>
        </a:p>
      </dsp:txBody>
      <dsp:txXfrm rot="10800000">
        <a:off x="3369121" y="4051372"/>
        <a:ext cx="278634" cy="302498"/>
      </dsp:txXfrm>
    </dsp:sp>
    <dsp:sp modelId="{DAE4F65A-F68A-4650-9F59-9C7A13668CCD}">
      <dsp:nvSpPr>
        <dsp:cNvPr id="0" name=""/>
        <dsp:cNvSpPr/>
      </dsp:nvSpPr>
      <dsp:spPr>
        <a:xfrm>
          <a:off x="1568127" y="3455711"/>
          <a:ext cx="1493820" cy="149382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kumimoji="1" lang="en-US" altLang="ja-JP" sz="1500" kern="1200" dirty="0">
              <a:latin typeface="ADLaM Display" panose="02010000000000000000" pitchFamily="2" charset="0"/>
              <a:ea typeface="ADLaM Display" panose="02010000000000000000" pitchFamily="2" charset="0"/>
              <a:cs typeface="ADLaM Display" panose="02010000000000000000" pitchFamily="2" charset="0"/>
            </a:rPr>
            <a:t>2ndStage</a:t>
          </a:r>
          <a:endParaRPr kumimoji="1" lang="ja-JP" altLang="en-US" sz="1500" kern="1200" dirty="0">
            <a:latin typeface="ADLaM Display" panose="02010000000000000000" pitchFamily="2" charset="0"/>
            <a:cs typeface="ADLaM Display" panose="02010000000000000000" pitchFamily="2" charset="0"/>
          </a:endParaRPr>
        </a:p>
      </dsp:txBody>
      <dsp:txXfrm>
        <a:off x="1786892" y="3674476"/>
        <a:ext cx="1056290" cy="1056290"/>
      </dsp:txXfrm>
    </dsp:sp>
    <dsp:sp modelId="{F17F9028-551C-4E10-B0D1-84862FF606DB}">
      <dsp:nvSpPr>
        <dsp:cNvPr id="0" name=""/>
        <dsp:cNvSpPr/>
      </dsp:nvSpPr>
      <dsp:spPr>
        <a:xfrm rot="15120000">
          <a:off x="1772645" y="2893760"/>
          <a:ext cx="398048" cy="5041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kumimoji="1" lang="ja-JP" altLang="en-US" sz="1200" kern="1200"/>
        </a:p>
      </dsp:txBody>
      <dsp:txXfrm rot="10800000">
        <a:off x="1850802" y="3051378"/>
        <a:ext cx="278634" cy="302498"/>
      </dsp:txXfrm>
    </dsp:sp>
    <dsp:sp modelId="{8D971717-AD57-4A28-8309-F5F3FEE6535A}">
      <dsp:nvSpPr>
        <dsp:cNvPr id="0" name=""/>
        <dsp:cNvSpPr/>
      </dsp:nvSpPr>
      <dsp:spPr>
        <a:xfrm>
          <a:off x="874428" y="1320725"/>
          <a:ext cx="1493820" cy="149382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kumimoji="1" lang="en-US" altLang="ja-JP" sz="1500" kern="1200" dirty="0" err="1">
              <a:latin typeface="ADLaM Display" panose="02010000000000000000" pitchFamily="2" charset="0"/>
              <a:ea typeface="ADLaM Display" panose="02010000000000000000" pitchFamily="2" charset="0"/>
              <a:cs typeface="ADLaM Display" panose="02010000000000000000" pitchFamily="2" charset="0"/>
            </a:rPr>
            <a:t>GameOver</a:t>
          </a:r>
          <a:endParaRPr kumimoji="1" lang="ja-JP" altLang="en-US" sz="1500" kern="1200" dirty="0">
            <a:latin typeface="ADLaM Display" panose="02010000000000000000" pitchFamily="2" charset="0"/>
            <a:cs typeface="ADLaM Display" panose="02010000000000000000" pitchFamily="2" charset="0"/>
          </a:endParaRPr>
        </a:p>
      </dsp:txBody>
      <dsp:txXfrm>
        <a:off x="1093193" y="1539490"/>
        <a:ext cx="1056290" cy="1056290"/>
      </dsp:txXfrm>
    </dsp:sp>
    <dsp:sp modelId="{41A6AFF8-DF00-4F72-B043-31B41D40F966}">
      <dsp:nvSpPr>
        <dsp:cNvPr id="0" name=""/>
        <dsp:cNvSpPr/>
      </dsp:nvSpPr>
      <dsp:spPr>
        <a:xfrm rot="19440000">
          <a:off x="2321264" y="1162428"/>
          <a:ext cx="398048" cy="5041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kumimoji="1" lang="ja-JP" altLang="en-US" sz="1200" kern="1200"/>
        </a:p>
      </dsp:txBody>
      <dsp:txXfrm>
        <a:off x="2332667" y="1298356"/>
        <a:ext cx="278634" cy="30249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6/29/2026</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3300630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6/29/2026</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049105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6/29/2026</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401902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6/29/2026</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451972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6/29/2026</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2686605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6/29/2026</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4118162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6/29/2026</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744395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6/29/2026</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2862743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6/29/2026</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406720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6/29/2026</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932259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6/29/2026</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027958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6/29/2026</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dirty="0"/>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9295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四角形: 角を丸くする 11">
            <a:extLst>
              <a:ext uri="{FF2B5EF4-FFF2-40B4-BE49-F238E27FC236}">
                <a16:creationId xmlns:a16="http://schemas.microsoft.com/office/drawing/2014/main" id="{602611F5-0578-6D9A-8DBA-838E27F90242}"/>
              </a:ext>
            </a:extLst>
          </p:cNvPr>
          <p:cNvSpPr/>
          <p:nvPr/>
        </p:nvSpPr>
        <p:spPr>
          <a:xfrm>
            <a:off x="6734996" y="1021290"/>
            <a:ext cx="4471595" cy="502364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タイトル 1"/>
          <p:cNvSpPr>
            <a:spLocks noGrp="1"/>
          </p:cNvSpPr>
          <p:nvPr>
            <p:ph type="ctrTitle"/>
          </p:nvPr>
        </p:nvSpPr>
        <p:spPr>
          <a:xfrm>
            <a:off x="7227856" y="2209316"/>
            <a:ext cx="3069083" cy="1945523"/>
          </a:xfrm>
        </p:spPr>
        <p:txBody>
          <a:bodyPr anchor="t">
            <a:normAutofit fontScale="90000"/>
          </a:bodyPr>
          <a:lstStyle/>
          <a:p>
            <a:pPr algn="l"/>
            <a:r>
              <a:rPr lang="ja-JP" altLang="en-US" sz="3200">
                <a:ea typeface="ＭＳ Ｐゴシック"/>
              </a:rPr>
              <a:t>Jumping Rabbbits</a:t>
            </a:r>
            <a:br>
              <a:rPr lang="ja-JP" altLang="en-US" sz="3200" dirty="0">
                <a:ea typeface="ＭＳ Ｐゴシック"/>
              </a:rPr>
            </a:br>
            <a:br>
              <a:rPr lang="ja-JP" altLang="en-US" sz="3200" dirty="0">
                <a:ea typeface="ＭＳ Ｐゴシック"/>
              </a:rPr>
            </a:br>
            <a:r>
              <a:rPr lang="ja-JP" sz="1600" b="1">
                <a:ea typeface="+mj-lt"/>
                <a:cs typeface="+mj-lt"/>
              </a:rPr>
              <a:t>ジャンル</a:t>
            </a:r>
            <a:r>
              <a:rPr lang="ja-JP" sz="1600">
                <a:ea typeface="+mj-lt"/>
                <a:cs typeface="+mj-lt"/>
              </a:rPr>
              <a:t>：</a:t>
            </a:r>
            <a:br>
              <a:rPr lang="ja-JP" altLang="en-US" sz="1600" dirty="0">
                <a:ea typeface="+mj-lt"/>
                <a:cs typeface="+mj-lt"/>
              </a:rPr>
            </a:br>
            <a:r>
              <a:rPr lang="ja-JP" sz="1600">
                <a:ea typeface="+mj-lt"/>
                <a:cs typeface="+mj-lt"/>
              </a:rPr>
              <a:t>2D縦スクロールジャンプアクションゲーム</a:t>
            </a:r>
            <a:endParaRPr kumimoji="1" lang="ja-JP" altLang="en-US" sz="1600"/>
          </a:p>
        </p:txBody>
      </p:sp>
      <p:sp>
        <p:nvSpPr>
          <p:cNvPr id="3" name="サブタイトル 2"/>
          <p:cNvSpPr>
            <a:spLocks noGrp="1"/>
          </p:cNvSpPr>
          <p:nvPr>
            <p:ph type="subTitle" idx="1"/>
          </p:nvPr>
        </p:nvSpPr>
        <p:spPr>
          <a:xfrm>
            <a:off x="7227855" y="4161030"/>
            <a:ext cx="3069083" cy="927420"/>
          </a:xfrm>
        </p:spPr>
        <p:txBody>
          <a:bodyPr anchor="ctr">
            <a:normAutofit/>
          </a:bodyPr>
          <a:lstStyle/>
          <a:p>
            <a:pPr algn="l"/>
            <a:endParaRPr lang="ja-JP" altLang="en-US" sz="1800" dirty="0">
              <a:latin typeface="Aptos Display"/>
              <a:ea typeface="ＭＳ Ｐゴシック"/>
            </a:endParaRPr>
          </a:p>
          <a:p>
            <a:pPr algn="l"/>
            <a:endParaRPr lang="ja-JP" altLang="en-US" sz="1800" dirty="0">
              <a:latin typeface="Aptos Display"/>
              <a:ea typeface="ＭＳ Ｐゴシック"/>
            </a:endParaRPr>
          </a:p>
        </p:txBody>
      </p:sp>
      <p:pic>
        <p:nvPicPr>
          <p:cNvPr id="5" name="図 4" descr="グラフィカル ユーザー インターフェイス, Web サイト&#10;&#10;AI 生成コンテンツは間違っている可能性があります。">
            <a:extLst>
              <a:ext uri="{FF2B5EF4-FFF2-40B4-BE49-F238E27FC236}">
                <a16:creationId xmlns:a16="http://schemas.microsoft.com/office/drawing/2014/main" id="{6DBE7565-E7BF-9C5F-4845-71726B33EEAA}"/>
              </a:ext>
            </a:extLst>
          </p:cNvPr>
          <p:cNvPicPr>
            <a:picLocks noChangeAspect="1"/>
          </p:cNvPicPr>
          <p:nvPr/>
        </p:nvPicPr>
        <p:blipFill>
          <a:blip r:embed="rId2"/>
          <a:stretch>
            <a:fillRect/>
          </a:stretch>
        </p:blipFill>
        <p:spPr>
          <a:xfrm>
            <a:off x="610940" y="1779434"/>
            <a:ext cx="5863771" cy="3315834"/>
          </a:xfrm>
          <a:prstGeom prst="rect">
            <a:avLst/>
          </a:prstGeom>
        </p:spPr>
      </p:pic>
      <p:sp>
        <p:nvSpPr>
          <p:cNvPr id="8" name="テキスト ボックス 7">
            <a:extLst>
              <a:ext uri="{FF2B5EF4-FFF2-40B4-BE49-F238E27FC236}">
                <a16:creationId xmlns:a16="http://schemas.microsoft.com/office/drawing/2014/main" id="{79279986-4661-D7F2-ACB8-2147A31A3935}"/>
              </a:ext>
            </a:extLst>
          </p:cNvPr>
          <p:cNvSpPr txBox="1"/>
          <p:nvPr/>
        </p:nvSpPr>
        <p:spPr>
          <a:xfrm>
            <a:off x="7278361" y="4759235"/>
            <a:ext cx="292585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600">
                <a:latin typeface="Aptos Display"/>
                <a:ea typeface="ＭＳ Ｐゴシック"/>
              </a:rPr>
              <a:t>制作者：高山茜</a:t>
            </a:r>
            <a:endParaRPr lang="ja-JP" altLang="en-US" sz="1600">
              <a:latin typeface="Aptos Display"/>
            </a:endParaRPr>
          </a:p>
        </p:txBody>
      </p:sp>
      <p:sp>
        <p:nvSpPr>
          <p:cNvPr id="10" name="テキスト ボックス 9">
            <a:extLst>
              <a:ext uri="{FF2B5EF4-FFF2-40B4-BE49-F238E27FC236}">
                <a16:creationId xmlns:a16="http://schemas.microsoft.com/office/drawing/2014/main" id="{256278D9-E03A-A252-B566-17629E369F19}"/>
              </a:ext>
            </a:extLst>
          </p:cNvPr>
          <p:cNvSpPr txBox="1"/>
          <p:nvPr/>
        </p:nvSpPr>
        <p:spPr>
          <a:xfrm>
            <a:off x="7231127" y="3726329"/>
            <a:ext cx="294834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sz="1400">
                <a:ea typeface="+mn-lt"/>
                <a:cs typeface="+mn-lt"/>
              </a:rPr>
              <a:t>「月を目指して駆け上がる、2D縦スクロールジャンプアクションゲーム」</a:t>
            </a:r>
            <a:endParaRPr lang="ja-JP" sz="1400"/>
          </a:p>
        </p:txBody>
      </p:sp>
      <p:cxnSp>
        <p:nvCxnSpPr>
          <p:cNvPr id="15" name="直線矢印コネクタ 14">
            <a:extLst>
              <a:ext uri="{FF2B5EF4-FFF2-40B4-BE49-F238E27FC236}">
                <a16:creationId xmlns:a16="http://schemas.microsoft.com/office/drawing/2014/main" id="{187B4C72-2371-4DAA-FF48-F62C01782BB7}"/>
              </a:ext>
            </a:extLst>
          </p:cNvPr>
          <p:cNvCxnSpPr/>
          <p:nvPr/>
        </p:nvCxnSpPr>
        <p:spPr>
          <a:xfrm flipV="1">
            <a:off x="7284192" y="2731216"/>
            <a:ext cx="3204481" cy="28318"/>
          </a:xfrm>
          <a:prstGeom prst="straightConnector1">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雲 10">
            <a:extLst>
              <a:ext uri="{FF2B5EF4-FFF2-40B4-BE49-F238E27FC236}">
                <a16:creationId xmlns:a16="http://schemas.microsoft.com/office/drawing/2014/main" id="{91BBBADE-E947-4E2F-869E-8AB2726E1F21}"/>
              </a:ext>
            </a:extLst>
          </p:cNvPr>
          <p:cNvSpPr/>
          <p:nvPr/>
        </p:nvSpPr>
        <p:spPr>
          <a:xfrm>
            <a:off x="9138117" y="160599"/>
            <a:ext cx="2958087" cy="4289481"/>
          </a:xfrm>
          <a:prstGeom prst="cloud">
            <a:avLst/>
          </a:prstGeom>
          <a:solidFill>
            <a:schemeClr val="bg1"/>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45720" rIns="0" bIns="0" numCol="1" spcCol="0" rtlCol="0" fromWordArt="0" anchor="ctr" anchorCtr="0" forceAA="0" compatLnSpc="1">
            <a:prstTxWarp prst="textNoShape">
              <a:avLst/>
            </a:prstTxWarp>
            <a:normAutofit fontScale="92500" lnSpcReduction="10000"/>
          </a:bodyPr>
          <a:lstStyle/>
          <a:p>
            <a:r>
              <a:rPr lang="ja-JP" altLang="en-US" sz="2400" b="1" dirty="0">
                <a:solidFill>
                  <a:schemeClr val="tx1"/>
                </a:solidFill>
              </a:rPr>
              <a:t>クリア</a:t>
            </a:r>
            <a:endParaRPr lang="ja-JP" sz="2400" b="1" dirty="0">
              <a:solidFill>
                <a:schemeClr val="tx1"/>
              </a:solidFill>
            </a:endParaRPr>
          </a:p>
          <a:p>
            <a:r>
              <a:rPr lang="ja-JP" altLang="en-US" sz="2400" b="1" dirty="0">
                <a:solidFill>
                  <a:schemeClr val="tx1"/>
                </a:solidFill>
              </a:rPr>
              <a:t>　　条件</a:t>
            </a:r>
            <a:endParaRPr lang="ja-JP" sz="2400" b="1" dirty="0">
              <a:solidFill>
                <a:schemeClr val="tx1"/>
              </a:solidFill>
            </a:endParaRPr>
          </a:p>
          <a:p>
            <a:endParaRPr lang="ja-JP" altLang="en-US" sz="2400" b="1" dirty="0">
              <a:solidFill>
                <a:schemeClr val="tx1"/>
              </a:solidFill>
            </a:endParaRPr>
          </a:p>
          <a:p>
            <a:pPr>
              <a:buFont typeface=""/>
              <a:buChar char="•"/>
            </a:pPr>
            <a:r>
              <a:rPr lang="af-ZA" b="1" dirty="0">
                <a:solidFill>
                  <a:schemeClr val="tx1"/>
                </a:solidFill>
              </a:rPr>
              <a:t>Stage1</a:t>
            </a:r>
            <a:r>
              <a:rPr lang="af-ZA" dirty="0">
                <a:solidFill>
                  <a:schemeClr val="tx1"/>
                </a:solidFill>
              </a:rPr>
              <a:t>：</a:t>
            </a:r>
            <a:endParaRPr lang="af-ZA" altLang="ja-JP" dirty="0">
              <a:solidFill>
                <a:schemeClr val="tx1"/>
              </a:solidFill>
            </a:endParaRPr>
          </a:p>
          <a:p>
            <a:r>
              <a:rPr lang="ja-JP" altLang="en-US" dirty="0">
                <a:solidFill>
                  <a:schemeClr val="tx1"/>
                </a:solidFill>
              </a:rPr>
              <a:t>月へ到達</a:t>
            </a:r>
            <a:endParaRPr lang="ja-JP" dirty="0">
              <a:solidFill>
                <a:schemeClr val="tx1"/>
              </a:solidFill>
            </a:endParaRPr>
          </a:p>
          <a:p>
            <a:endParaRPr lang="ja-JP" dirty="0">
              <a:solidFill>
                <a:schemeClr val="tx1"/>
              </a:solidFill>
            </a:endParaRPr>
          </a:p>
          <a:p>
            <a:pPr>
              <a:buFont typeface=""/>
              <a:buChar char="•"/>
            </a:pPr>
            <a:r>
              <a:rPr lang="af-ZA" b="1" dirty="0">
                <a:solidFill>
                  <a:schemeClr val="tx1"/>
                </a:solidFill>
              </a:rPr>
              <a:t>Stage2</a:t>
            </a:r>
            <a:r>
              <a:rPr lang="af-ZA" dirty="0">
                <a:solidFill>
                  <a:schemeClr val="tx1"/>
                </a:solidFill>
              </a:rPr>
              <a:t>：</a:t>
            </a:r>
            <a:endParaRPr lang="af-ZA" altLang="ja-JP" dirty="0">
              <a:solidFill>
                <a:schemeClr val="tx1"/>
              </a:solidFill>
            </a:endParaRPr>
          </a:p>
          <a:p>
            <a:r>
              <a:rPr lang="ja-JP" altLang="en-US" dirty="0">
                <a:solidFill>
                  <a:schemeClr val="tx1"/>
                </a:solidFill>
              </a:rPr>
              <a:t>できるだけ高スコアを目指す</a:t>
            </a:r>
            <a:endParaRPr lang="ja-JP" dirty="0">
              <a:solidFill>
                <a:schemeClr val="tx1"/>
              </a:solidFill>
            </a:endParaRPr>
          </a:p>
        </p:txBody>
      </p:sp>
      <p:sp>
        <p:nvSpPr>
          <p:cNvPr id="9" name="四角形: 角を丸くする 8">
            <a:extLst>
              <a:ext uri="{FF2B5EF4-FFF2-40B4-BE49-F238E27FC236}">
                <a16:creationId xmlns:a16="http://schemas.microsoft.com/office/drawing/2014/main" id="{3A7FB5EA-F8D1-78FC-1FEE-1205BC48E3F2}"/>
              </a:ext>
            </a:extLst>
          </p:cNvPr>
          <p:cNvSpPr/>
          <p:nvPr/>
        </p:nvSpPr>
        <p:spPr>
          <a:xfrm>
            <a:off x="4871140" y="3989390"/>
            <a:ext cx="4181770" cy="135965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 name="四角形: 角を丸くする 7">
            <a:extLst>
              <a:ext uri="{FF2B5EF4-FFF2-40B4-BE49-F238E27FC236}">
                <a16:creationId xmlns:a16="http://schemas.microsoft.com/office/drawing/2014/main" id="{A7ADC898-C6E2-42F2-78BA-69DACCDDECF9}"/>
              </a:ext>
            </a:extLst>
          </p:cNvPr>
          <p:cNvSpPr/>
          <p:nvPr/>
        </p:nvSpPr>
        <p:spPr>
          <a:xfrm>
            <a:off x="524112" y="3989391"/>
            <a:ext cx="4167256" cy="135965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タイトル 1">
            <a:extLst>
              <a:ext uri="{FF2B5EF4-FFF2-40B4-BE49-F238E27FC236}">
                <a16:creationId xmlns:a16="http://schemas.microsoft.com/office/drawing/2014/main" id="{0F601AB1-D3A8-080E-FA70-8A4FA9CDBFCB}"/>
              </a:ext>
            </a:extLst>
          </p:cNvPr>
          <p:cNvSpPr>
            <a:spLocks noGrp="1"/>
          </p:cNvSpPr>
          <p:nvPr>
            <p:ph type="title"/>
          </p:nvPr>
        </p:nvSpPr>
        <p:spPr>
          <a:xfrm>
            <a:off x="841829" y="333830"/>
            <a:ext cx="3708400" cy="926313"/>
          </a:xfrm>
        </p:spPr>
        <p:txBody>
          <a:bodyPr/>
          <a:lstStyle/>
          <a:p>
            <a:r>
              <a:rPr lang="ja-JP" altLang="en-US"/>
              <a:t>ゲーム概要</a:t>
            </a:r>
            <a:endParaRPr kumimoji="1" lang="ja-JP" altLang="en-US"/>
          </a:p>
        </p:txBody>
      </p:sp>
      <p:sp>
        <p:nvSpPr>
          <p:cNvPr id="3" name="コンテンツ プレースホルダー 2">
            <a:extLst>
              <a:ext uri="{FF2B5EF4-FFF2-40B4-BE49-F238E27FC236}">
                <a16:creationId xmlns:a16="http://schemas.microsoft.com/office/drawing/2014/main" id="{B496C2F3-37CF-23D7-14AA-2296BD848C1A}"/>
              </a:ext>
            </a:extLst>
          </p:cNvPr>
          <p:cNvSpPr>
            <a:spLocks noGrp="1"/>
          </p:cNvSpPr>
          <p:nvPr>
            <p:ph idx="1"/>
          </p:nvPr>
        </p:nvSpPr>
        <p:spPr>
          <a:xfrm>
            <a:off x="522514" y="4162999"/>
            <a:ext cx="4143829" cy="1183745"/>
          </a:xfrm>
        </p:spPr>
        <p:txBody>
          <a:bodyPr vert="horz" lIns="91440" tIns="45720" rIns="91440" bIns="45720" rtlCol="0" anchor="t">
            <a:normAutofit fontScale="92500" lnSpcReduction="20000"/>
          </a:bodyPr>
          <a:lstStyle/>
          <a:p>
            <a:r>
              <a:rPr lang="ja-JP" sz="1600" dirty="0">
                <a:ea typeface="+mn-lt"/>
                <a:cs typeface="+mn-lt"/>
              </a:rPr>
              <a:t>雲の足場をジャンプしながら上へ進むアクションゲーム </a:t>
            </a:r>
            <a:endParaRPr lang="ja-JP" altLang="en-US" sz="1600" dirty="0"/>
          </a:p>
          <a:p>
            <a:r>
              <a:rPr lang="ja-JP" sz="1600" dirty="0">
                <a:ea typeface="+mn-lt"/>
                <a:cs typeface="+mn-lt"/>
              </a:rPr>
              <a:t>Stage1で</a:t>
            </a:r>
            <a:r>
              <a:rPr lang="ja-JP" altLang="en-US" sz="1600" dirty="0">
                <a:ea typeface="+mn-lt"/>
                <a:cs typeface="+mn-lt"/>
              </a:rPr>
              <a:t>ブラックホール</a:t>
            </a:r>
            <a:r>
              <a:rPr lang="ja-JP" sz="1600" dirty="0">
                <a:ea typeface="+mn-lt"/>
                <a:cs typeface="+mn-lt"/>
              </a:rPr>
              <a:t>に到達するとStage2へ進</a:t>
            </a:r>
            <a:r>
              <a:rPr lang="ja-JP" altLang="en-US" sz="1600" dirty="0">
                <a:ea typeface="+mn-lt"/>
                <a:cs typeface="+mn-lt"/>
              </a:rPr>
              <a:t>む</a:t>
            </a:r>
            <a:endParaRPr lang="ja-JP" sz="1600" dirty="0"/>
          </a:p>
        </p:txBody>
      </p:sp>
      <p:sp>
        <p:nvSpPr>
          <p:cNvPr id="5" name="テキスト ボックス 4">
            <a:extLst>
              <a:ext uri="{FF2B5EF4-FFF2-40B4-BE49-F238E27FC236}">
                <a16:creationId xmlns:a16="http://schemas.microsoft.com/office/drawing/2014/main" id="{5E598211-69E6-DD5D-1D00-178F96DEFB7E}"/>
              </a:ext>
            </a:extLst>
          </p:cNvPr>
          <p:cNvSpPr txBox="1"/>
          <p:nvPr/>
        </p:nvSpPr>
        <p:spPr>
          <a:xfrm>
            <a:off x="4888197" y="4132177"/>
            <a:ext cx="4170282" cy="10740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20000"/>
              </a:lnSpc>
              <a:spcBef>
                <a:spcPts val="1000"/>
              </a:spcBef>
              <a:buFont typeface="Arial"/>
              <a:buChar char="•"/>
            </a:pPr>
            <a:r>
              <a:rPr lang="ja-JP" sz="1600"/>
              <a:t>Stage2では敵の攻撃や回復アイテムが追加され、難易度が上昇 </a:t>
            </a:r>
          </a:p>
          <a:p>
            <a:pPr marL="285750" indent="-285750" algn="l">
              <a:lnSpc>
                <a:spcPct val="120000"/>
              </a:lnSpc>
              <a:spcBef>
                <a:spcPts val="1000"/>
              </a:spcBef>
              <a:buFont typeface="Arial"/>
              <a:buChar char="•"/>
            </a:pPr>
            <a:r>
              <a:rPr lang="ja-JP" sz="1600"/>
              <a:t>高さと敵撃破数に応じてスコアを獲得</a:t>
            </a:r>
          </a:p>
        </p:txBody>
      </p:sp>
      <p:pic>
        <p:nvPicPr>
          <p:cNvPr id="6" name="図 5" descr="グラフィカル ユーザー インターフェイス, Web サイト&#10;&#10;AI 生成コンテンツは間違っている可能性があります。">
            <a:extLst>
              <a:ext uri="{FF2B5EF4-FFF2-40B4-BE49-F238E27FC236}">
                <a16:creationId xmlns:a16="http://schemas.microsoft.com/office/drawing/2014/main" id="{1CA509F7-E01A-C9FD-67F0-94D8AD11FEAE}"/>
              </a:ext>
            </a:extLst>
          </p:cNvPr>
          <p:cNvPicPr>
            <a:picLocks noChangeAspect="1"/>
          </p:cNvPicPr>
          <p:nvPr/>
        </p:nvPicPr>
        <p:blipFill>
          <a:blip r:embed="rId2"/>
          <a:stretch>
            <a:fillRect/>
          </a:stretch>
        </p:blipFill>
        <p:spPr>
          <a:xfrm>
            <a:off x="529771" y="1578769"/>
            <a:ext cx="4158344" cy="2365149"/>
          </a:xfrm>
          <a:prstGeom prst="rect">
            <a:avLst/>
          </a:prstGeom>
        </p:spPr>
      </p:pic>
      <p:pic>
        <p:nvPicPr>
          <p:cNvPr id="7" name="図 6" descr="グラフィカル ユーザー インターフェイス, マップ&#10;&#10;AI 生成コンテンツは間違っている可能性があります。">
            <a:extLst>
              <a:ext uri="{FF2B5EF4-FFF2-40B4-BE49-F238E27FC236}">
                <a16:creationId xmlns:a16="http://schemas.microsoft.com/office/drawing/2014/main" id="{FAE4D779-97DF-5020-6EE8-9A803F3684AA}"/>
              </a:ext>
            </a:extLst>
          </p:cNvPr>
          <p:cNvPicPr>
            <a:picLocks noChangeAspect="1"/>
          </p:cNvPicPr>
          <p:nvPr/>
        </p:nvPicPr>
        <p:blipFill>
          <a:blip r:embed="rId3"/>
          <a:stretch>
            <a:fillRect/>
          </a:stretch>
        </p:blipFill>
        <p:spPr>
          <a:xfrm>
            <a:off x="4891314" y="1578769"/>
            <a:ext cx="4158345" cy="2350637"/>
          </a:xfrm>
          <a:prstGeom prst="rect">
            <a:avLst/>
          </a:prstGeom>
        </p:spPr>
      </p:pic>
    </p:spTree>
    <p:extLst>
      <p:ext uri="{BB962C8B-B14F-4D97-AF65-F5344CB8AC3E}">
        <p14:creationId xmlns:p14="http://schemas.microsoft.com/office/powerpoint/2010/main" val="2403004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対角を丸める 7">
            <a:extLst>
              <a:ext uri="{FF2B5EF4-FFF2-40B4-BE49-F238E27FC236}">
                <a16:creationId xmlns:a16="http://schemas.microsoft.com/office/drawing/2014/main" id="{29D69806-DD1F-AE35-23A3-EB575CF74610}"/>
              </a:ext>
            </a:extLst>
          </p:cNvPr>
          <p:cNvSpPr/>
          <p:nvPr/>
        </p:nvSpPr>
        <p:spPr>
          <a:xfrm>
            <a:off x="362395" y="4857190"/>
            <a:ext cx="11489299" cy="1477903"/>
          </a:xfrm>
          <a:prstGeom prst="round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ああああああああ</a:t>
            </a:r>
          </a:p>
        </p:txBody>
      </p:sp>
      <p:sp>
        <p:nvSpPr>
          <p:cNvPr id="4" name="四角形: 角を丸くする 3">
            <a:extLst>
              <a:ext uri="{FF2B5EF4-FFF2-40B4-BE49-F238E27FC236}">
                <a16:creationId xmlns:a16="http://schemas.microsoft.com/office/drawing/2014/main" id="{991C1993-AEB6-CC85-2ABA-510AC812D0DE}"/>
              </a:ext>
            </a:extLst>
          </p:cNvPr>
          <p:cNvSpPr/>
          <p:nvPr/>
        </p:nvSpPr>
        <p:spPr>
          <a:xfrm>
            <a:off x="360959" y="965262"/>
            <a:ext cx="11476011" cy="345002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タイトル 1">
            <a:extLst>
              <a:ext uri="{FF2B5EF4-FFF2-40B4-BE49-F238E27FC236}">
                <a16:creationId xmlns:a16="http://schemas.microsoft.com/office/drawing/2014/main" id="{4B306C23-B5D3-6E62-1B6E-B81310D83E5C}"/>
              </a:ext>
            </a:extLst>
          </p:cNvPr>
          <p:cNvSpPr>
            <a:spLocks noGrp="1"/>
          </p:cNvSpPr>
          <p:nvPr>
            <p:ph type="title"/>
          </p:nvPr>
        </p:nvSpPr>
        <p:spPr/>
        <p:txBody>
          <a:bodyPr/>
          <a:lstStyle/>
          <a:p>
            <a:r>
              <a:rPr lang="ja-JP" altLang="en-US"/>
              <a:t>制作目的</a:t>
            </a:r>
            <a:endParaRPr kumimoji="1" lang="ja-JP" altLang="en-US"/>
          </a:p>
        </p:txBody>
      </p:sp>
      <p:sp>
        <p:nvSpPr>
          <p:cNvPr id="3" name="コンテンツ プレースホルダー 2">
            <a:extLst>
              <a:ext uri="{FF2B5EF4-FFF2-40B4-BE49-F238E27FC236}">
                <a16:creationId xmlns:a16="http://schemas.microsoft.com/office/drawing/2014/main" id="{E9F9D91A-D62F-7083-2A9A-8AE36C942FC7}"/>
              </a:ext>
            </a:extLst>
          </p:cNvPr>
          <p:cNvSpPr>
            <a:spLocks noGrp="1"/>
          </p:cNvSpPr>
          <p:nvPr>
            <p:ph idx="1"/>
          </p:nvPr>
        </p:nvSpPr>
        <p:spPr>
          <a:xfrm>
            <a:off x="914399" y="2080200"/>
            <a:ext cx="10363200" cy="3382658"/>
          </a:xfrm>
        </p:spPr>
        <p:txBody>
          <a:bodyPr vert="horz" lIns="91440" tIns="45720" rIns="91440" bIns="45720" rtlCol="0" anchor="t">
            <a:normAutofit/>
          </a:bodyPr>
          <a:lstStyle/>
          <a:p>
            <a:r>
              <a:rPr lang="ja-JP">
                <a:ea typeface="+mn-lt"/>
                <a:cs typeface="+mn-lt"/>
              </a:rPr>
              <a:t>Unityを用いた2Dゲーム開発を通して、オブジェクト管理・UI制作・シーン遷移・PlayerPrefsによるデータ保存など、ゲーム制作に必要な基本技術を習得することを目的として制作しました。</a:t>
            </a:r>
            <a:endParaRPr lang="ja-JP" altLang="en-US"/>
          </a:p>
          <a:p>
            <a:r>
              <a:rPr lang="ja-JP">
                <a:ea typeface="+mn-lt"/>
                <a:cs typeface="+mn-lt"/>
              </a:rPr>
              <a:t>また、エラーの原因調査やデバッグを繰り返し行うことで、問題解決能力を身につけることも目的としました。</a:t>
            </a:r>
            <a:endParaRPr lang="ja-JP"/>
          </a:p>
          <a:p>
            <a:endParaRPr lang="ja-JP" altLang="en-US" dirty="0"/>
          </a:p>
        </p:txBody>
      </p:sp>
      <p:sp>
        <p:nvSpPr>
          <p:cNvPr id="5" name="正方形/長方形 4">
            <a:extLst>
              <a:ext uri="{FF2B5EF4-FFF2-40B4-BE49-F238E27FC236}">
                <a16:creationId xmlns:a16="http://schemas.microsoft.com/office/drawing/2014/main" id="{5D94C5B8-3981-FD82-B976-5A5118A18351}"/>
              </a:ext>
            </a:extLst>
          </p:cNvPr>
          <p:cNvSpPr/>
          <p:nvPr/>
        </p:nvSpPr>
        <p:spPr>
          <a:xfrm>
            <a:off x="917783" y="1967256"/>
            <a:ext cx="2365180" cy="42989"/>
          </a:xfrm>
          <a:prstGeom prst="rect">
            <a:avLst/>
          </a:prstGeom>
          <a:solidFill>
            <a:srgbClr val="0070C0"/>
          </a:solidFill>
          <a:ln>
            <a:solidFill>
              <a:schemeClr val="accent1">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ja-JP" altLang="en-US"/>
          </a:p>
        </p:txBody>
      </p:sp>
      <p:sp>
        <p:nvSpPr>
          <p:cNvPr id="9" name="テキスト ボックス 8">
            <a:extLst>
              <a:ext uri="{FF2B5EF4-FFF2-40B4-BE49-F238E27FC236}">
                <a16:creationId xmlns:a16="http://schemas.microsoft.com/office/drawing/2014/main" id="{9A2E107A-C84A-28B8-FB46-9A5062D79BC0}"/>
              </a:ext>
            </a:extLst>
          </p:cNvPr>
          <p:cNvSpPr txBox="1"/>
          <p:nvPr/>
        </p:nvSpPr>
        <p:spPr>
          <a:xfrm>
            <a:off x="662458" y="5092650"/>
            <a:ext cx="1102717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t>・PlayerPrefsによるデータ保存</a:t>
            </a:r>
          </a:p>
          <a:p>
            <a:r>
              <a:rPr lang="ja-JP" altLang="en-US"/>
              <a:t>1stStageにはオプションパネルを設置、フルスクリーンモードのon/off・SEとBGMの音量調節が可能にした。設定すると保存され、次開いたときも同じ設定のままプレイができる。</a:t>
            </a:r>
            <a:endParaRPr lang="ja-JP" altLang="en-US" dirty="0"/>
          </a:p>
        </p:txBody>
      </p:sp>
    </p:spTree>
    <p:extLst>
      <p:ext uri="{BB962C8B-B14F-4D97-AF65-F5344CB8AC3E}">
        <p14:creationId xmlns:p14="http://schemas.microsoft.com/office/powerpoint/2010/main" val="43109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スクロール: 横 13">
            <a:extLst>
              <a:ext uri="{FF2B5EF4-FFF2-40B4-BE49-F238E27FC236}">
                <a16:creationId xmlns:a16="http://schemas.microsoft.com/office/drawing/2014/main" id="{1B4261D6-76BB-E70E-DFBE-33B036998A9D}"/>
              </a:ext>
            </a:extLst>
          </p:cNvPr>
          <p:cNvSpPr/>
          <p:nvPr/>
        </p:nvSpPr>
        <p:spPr>
          <a:xfrm>
            <a:off x="440267" y="5416482"/>
            <a:ext cx="11566536" cy="1441518"/>
          </a:xfrm>
          <a:prstGeom prst="horizontalScroll">
            <a:avLst/>
          </a:prstGeom>
          <a:solidFill>
            <a:srgbClr val="FE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対角を切り取る 6">
            <a:extLst>
              <a:ext uri="{FF2B5EF4-FFF2-40B4-BE49-F238E27FC236}">
                <a16:creationId xmlns:a16="http://schemas.microsoft.com/office/drawing/2014/main" id="{9B02FE6B-221B-D2DD-67BB-8BD0D04A83AB}"/>
              </a:ext>
            </a:extLst>
          </p:cNvPr>
          <p:cNvSpPr/>
          <p:nvPr/>
        </p:nvSpPr>
        <p:spPr>
          <a:xfrm>
            <a:off x="7991184" y="2235963"/>
            <a:ext cx="3073171" cy="3281570"/>
          </a:xfrm>
          <a:prstGeom prst="snip2Diag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 name="四角形: 上の 2 つの角を丸める 8">
            <a:extLst>
              <a:ext uri="{FF2B5EF4-FFF2-40B4-BE49-F238E27FC236}">
                <a16:creationId xmlns:a16="http://schemas.microsoft.com/office/drawing/2014/main" id="{CF9E3965-2943-6634-BCAE-F5A4C9364886}"/>
              </a:ext>
            </a:extLst>
          </p:cNvPr>
          <p:cNvSpPr/>
          <p:nvPr/>
        </p:nvSpPr>
        <p:spPr>
          <a:xfrm>
            <a:off x="4344187" y="2236138"/>
            <a:ext cx="3069770" cy="3280228"/>
          </a:xfrm>
          <a:prstGeom prst="round2Same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 name="四角形: 対角を丸める 7">
            <a:extLst>
              <a:ext uri="{FF2B5EF4-FFF2-40B4-BE49-F238E27FC236}">
                <a16:creationId xmlns:a16="http://schemas.microsoft.com/office/drawing/2014/main" id="{2FFA37CC-A675-6B62-AD2A-7DD61E3728B5}"/>
              </a:ext>
            </a:extLst>
          </p:cNvPr>
          <p:cNvSpPr/>
          <p:nvPr/>
        </p:nvSpPr>
        <p:spPr>
          <a:xfrm>
            <a:off x="914293" y="2235288"/>
            <a:ext cx="3064062" cy="3284860"/>
          </a:xfrm>
          <a:prstGeom prst="round2DiagRect">
            <a:avLst/>
          </a:prstGeom>
          <a:solidFill>
            <a:schemeClr val="bg1"/>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タイトル 1">
            <a:extLst>
              <a:ext uri="{FF2B5EF4-FFF2-40B4-BE49-F238E27FC236}">
                <a16:creationId xmlns:a16="http://schemas.microsoft.com/office/drawing/2014/main" id="{D09B62A3-6F0B-3FC7-6463-AA2123E9A761}"/>
              </a:ext>
            </a:extLst>
          </p:cNvPr>
          <p:cNvSpPr>
            <a:spLocks noGrp="1"/>
          </p:cNvSpPr>
          <p:nvPr>
            <p:ph type="title"/>
          </p:nvPr>
        </p:nvSpPr>
        <p:spPr/>
        <p:txBody>
          <a:bodyPr/>
          <a:lstStyle/>
          <a:p>
            <a:r>
              <a:rPr lang="ja-JP" altLang="en-US"/>
              <a:t>工夫したポイント</a:t>
            </a:r>
            <a:endParaRPr kumimoji="1" lang="ja-JP" altLang="en-US"/>
          </a:p>
        </p:txBody>
      </p:sp>
      <p:sp>
        <p:nvSpPr>
          <p:cNvPr id="3" name="コンテンツ プレースホルダー 2">
            <a:extLst>
              <a:ext uri="{FF2B5EF4-FFF2-40B4-BE49-F238E27FC236}">
                <a16:creationId xmlns:a16="http://schemas.microsoft.com/office/drawing/2014/main" id="{90A837E0-BFFE-F8D9-7427-A3671D45B979}"/>
              </a:ext>
            </a:extLst>
          </p:cNvPr>
          <p:cNvSpPr>
            <a:spLocks noGrp="1"/>
          </p:cNvSpPr>
          <p:nvPr>
            <p:ph idx="1"/>
          </p:nvPr>
        </p:nvSpPr>
        <p:spPr>
          <a:xfrm>
            <a:off x="914399" y="2559171"/>
            <a:ext cx="3077029" cy="3607629"/>
          </a:xfrm>
        </p:spPr>
        <p:txBody>
          <a:bodyPr vert="horz" lIns="91440" tIns="45720" rIns="91440" bIns="45720" rtlCol="0" anchor="t">
            <a:normAutofit/>
          </a:bodyPr>
          <a:lstStyle/>
          <a:p>
            <a:pPr marL="0" indent="0">
              <a:buNone/>
            </a:pPr>
            <a:r>
              <a:rPr lang="ja-JP" altLang="en-US" dirty="0"/>
              <a:t>①</a:t>
            </a:r>
            <a:r>
              <a:rPr lang="ja-JP" altLang="en-US" sz="2400" b="1" dirty="0"/>
              <a:t>難易度調整</a:t>
            </a:r>
          </a:p>
          <a:p>
            <a:pPr marL="0" indent="0">
              <a:buNone/>
            </a:pPr>
            <a:r>
              <a:rPr lang="ja-JP" altLang="en-US" dirty="0"/>
              <a:t>・プレイヤーが登った高さに応じて敵の出現間隔を短縮</a:t>
            </a:r>
          </a:p>
          <a:p>
            <a:pPr marL="0" indent="0">
              <a:buNone/>
            </a:pPr>
            <a:r>
              <a:rPr lang="ja-JP" altLang="en-US" dirty="0"/>
              <a:t>・ステージ進行に合わせて攻撃する敵を追加</a:t>
            </a:r>
          </a:p>
        </p:txBody>
      </p:sp>
      <p:sp>
        <p:nvSpPr>
          <p:cNvPr id="5" name="テキスト ボックス 4">
            <a:extLst>
              <a:ext uri="{FF2B5EF4-FFF2-40B4-BE49-F238E27FC236}">
                <a16:creationId xmlns:a16="http://schemas.microsoft.com/office/drawing/2014/main" id="{0F1F403F-AF09-6368-4529-7C57B759BF7A}"/>
              </a:ext>
            </a:extLst>
          </p:cNvPr>
          <p:cNvSpPr txBox="1"/>
          <p:nvPr/>
        </p:nvSpPr>
        <p:spPr>
          <a:xfrm>
            <a:off x="4343866" y="2565354"/>
            <a:ext cx="3079683" cy="3724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dirty="0"/>
              <a:t>②</a:t>
            </a:r>
            <a:r>
              <a:rPr lang="ja-JP" altLang="en-US" sz="2400" b="1" dirty="0"/>
              <a:t>UI・設定画面</a:t>
            </a:r>
          </a:p>
          <a:p>
            <a:endParaRPr lang="ja-JP" altLang="en-US" sz="2000" dirty="0"/>
          </a:p>
          <a:p>
            <a:pPr algn="l"/>
            <a:r>
              <a:rPr lang="ja-JP" altLang="en-US" sz="2000" dirty="0"/>
              <a:t>・BGM</a:t>
            </a:r>
          </a:p>
          <a:p>
            <a:r>
              <a:rPr lang="ja-JP" altLang="en-US" sz="2000" dirty="0"/>
              <a:t>・SE</a:t>
            </a:r>
          </a:p>
          <a:p>
            <a:r>
              <a:rPr lang="ja-JP" altLang="en-US" sz="2000" dirty="0"/>
              <a:t>・フルスクリーン設定</a:t>
            </a:r>
          </a:p>
          <a:p>
            <a:endParaRPr lang="ja-JP" altLang="en-US" sz="2000" dirty="0"/>
          </a:p>
          <a:p>
            <a:r>
              <a:rPr lang="ja-JP" altLang="en-US" sz="2000" dirty="0"/>
              <a:t>PlayerPrefsを利用し、次回起動時にも設定を保持</a:t>
            </a:r>
          </a:p>
          <a:p>
            <a:endParaRPr lang="ja-JP" altLang="en-US" dirty="0"/>
          </a:p>
          <a:p>
            <a:endParaRPr lang="ja-JP" altLang="en-US" dirty="0"/>
          </a:p>
          <a:p>
            <a:endParaRPr lang="ja-JP" altLang="en-US" dirty="0"/>
          </a:p>
          <a:p>
            <a:endParaRPr lang="ja-JP" altLang="en-US" dirty="0"/>
          </a:p>
        </p:txBody>
      </p:sp>
      <p:sp>
        <p:nvSpPr>
          <p:cNvPr id="6" name="テキスト ボックス 5">
            <a:extLst>
              <a:ext uri="{FF2B5EF4-FFF2-40B4-BE49-F238E27FC236}">
                <a16:creationId xmlns:a16="http://schemas.microsoft.com/office/drawing/2014/main" id="{00D61A6A-5E8C-3005-3857-BE755A837BE9}"/>
              </a:ext>
            </a:extLst>
          </p:cNvPr>
          <p:cNvSpPr txBox="1"/>
          <p:nvPr/>
        </p:nvSpPr>
        <p:spPr>
          <a:xfrm>
            <a:off x="8095808" y="2558096"/>
            <a:ext cx="3079683"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dirty="0"/>
              <a:t>③</a:t>
            </a:r>
            <a:r>
              <a:rPr lang="ja-JP" altLang="en-US" sz="2400" b="1" dirty="0"/>
              <a:t>演出</a:t>
            </a:r>
          </a:p>
          <a:p>
            <a:endParaRPr lang="ja-JP" altLang="en-US" sz="2000" dirty="0"/>
          </a:p>
          <a:p>
            <a:r>
              <a:rPr lang="ja-JP" altLang="en-US" sz="2000" dirty="0"/>
              <a:t>・敵攻撃時の演出パーティクル</a:t>
            </a:r>
          </a:p>
          <a:p>
            <a:r>
              <a:rPr lang="ja-JP" altLang="en-US" sz="2000" dirty="0"/>
              <a:t>・回復時のエフェクト</a:t>
            </a:r>
          </a:p>
          <a:p>
            <a:r>
              <a:rPr lang="ja-JP" altLang="en-US" sz="2000" dirty="0"/>
              <a:t>・BGM/SE追加</a:t>
            </a:r>
          </a:p>
          <a:p>
            <a:r>
              <a:rPr lang="ja-JP" altLang="en-US" sz="2000" dirty="0"/>
              <a:t>ゲームの爽快感を高めることを意識した</a:t>
            </a:r>
          </a:p>
          <a:p>
            <a:endParaRPr lang="ja-JP" altLang="en-US" dirty="0"/>
          </a:p>
          <a:p>
            <a:endParaRPr lang="ja-JP" altLang="en-US" dirty="0"/>
          </a:p>
          <a:p>
            <a:endParaRPr lang="ja-JP" altLang="en-US" dirty="0"/>
          </a:p>
        </p:txBody>
      </p:sp>
      <p:cxnSp>
        <p:nvCxnSpPr>
          <p:cNvPr id="10" name="直線矢印コネクタ 9">
            <a:extLst>
              <a:ext uri="{FF2B5EF4-FFF2-40B4-BE49-F238E27FC236}">
                <a16:creationId xmlns:a16="http://schemas.microsoft.com/office/drawing/2014/main" id="{D1A5EF4B-4980-E60B-4933-FA94FD8E7578}"/>
              </a:ext>
            </a:extLst>
          </p:cNvPr>
          <p:cNvCxnSpPr/>
          <p:nvPr/>
        </p:nvCxnSpPr>
        <p:spPr>
          <a:xfrm flipV="1">
            <a:off x="1093203" y="2934675"/>
            <a:ext cx="1965269" cy="11223"/>
          </a:xfrm>
          <a:prstGeom prst="straightConnector1">
            <a:avLst/>
          </a:prstGeom>
          <a:ln>
            <a:solidFill>
              <a:srgbClr val="FF66BF"/>
            </a:solidFill>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2A81FDA6-187F-6443-F8EB-35C5472286B9}"/>
              </a:ext>
            </a:extLst>
          </p:cNvPr>
          <p:cNvCxnSpPr>
            <a:cxnSpLocks/>
          </p:cNvCxnSpPr>
          <p:nvPr/>
        </p:nvCxnSpPr>
        <p:spPr>
          <a:xfrm flipV="1">
            <a:off x="4496802" y="2934674"/>
            <a:ext cx="1965269" cy="11223"/>
          </a:xfrm>
          <a:prstGeom prst="straightConnector1">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64DBF24-1C96-039E-0AD3-75B348D03AC9}"/>
              </a:ext>
            </a:extLst>
          </p:cNvPr>
          <p:cNvCxnSpPr>
            <a:cxnSpLocks/>
          </p:cNvCxnSpPr>
          <p:nvPr/>
        </p:nvCxnSpPr>
        <p:spPr>
          <a:xfrm flipV="1">
            <a:off x="8205202" y="2934674"/>
            <a:ext cx="1965269" cy="11223"/>
          </a:xfrm>
          <a:prstGeom prst="straightConnector1">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EF094455-0C07-9ECA-CCE8-C418065C61B7}"/>
              </a:ext>
            </a:extLst>
          </p:cNvPr>
          <p:cNvSpPr txBox="1"/>
          <p:nvPr/>
        </p:nvSpPr>
        <p:spPr>
          <a:xfrm>
            <a:off x="630119" y="6005194"/>
            <a:ext cx="3537528" cy="461665"/>
          </a:xfrm>
          <a:prstGeom prst="rect">
            <a:avLst/>
          </a:prstGeom>
          <a:noFill/>
        </p:spPr>
        <p:txBody>
          <a:bodyPr wrap="square" rtlCol="0">
            <a:spAutoFit/>
          </a:bodyPr>
          <a:lstStyle/>
          <a:p>
            <a:r>
              <a:rPr kumimoji="1" lang="ja-JP" altLang="en-US" sz="2000" dirty="0"/>
              <a:t>④</a:t>
            </a:r>
            <a:r>
              <a:rPr kumimoji="1" lang="ja-JP" altLang="en-US" sz="2400" b="1" dirty="0"/>
              <a:t>ハイスコア保存機能</a:t>
            </a:r>
          </a:p>
        </p:txBody>
      </p:sp>
      <p:sp>
        <p:nvSpPr>
          <p:cNvPr id="13" name="テキスト ボックス 12">
            <a:extLst>
              <a:ext uri="{FF2B5EF4-FFF2-40B4-BE49-F238E27FC236}">
                <a16:creationId xmlns:a16="http://schemas.microsoft.com/office/drawing/2014/main" id="{2E122282-2233-BDA2-3844-CC44B65DCFE7}"/>
              </a:ext>
            </a:extLst>
          </p:cNvPr>
          <p:cNvSpPr txBox="1"/>
          <p:nvPr/>
        </p:nvSpPr>
        <p:spPr>
          <a:xfrm>
            <a:off x="3975564" y="5662814"/>
            <a:ext cx="8031239" cy="923330"/>
          </a:xfrm>
          <a:prstGeom prst="rect">
            <a:avLst/>
          </a:prstGeom>
          <a:noFill/>
        </p:spPr>
        <p:txBody>
          <a:bodyPr wrap="square" rtlCol="0">
            <a:spAutoFit/>
          </a:bodyPr>
          <a:lstStyle/>
          <a:p>
            <a:r>
              <a:rPr kumimoji="1" lang="ja-JP" altLang="en-US" dirty="0"/>
              <a:t>・ゲーム終了後も最高スコアを保持、繰り返し遊ぶ楽しさを高めるため</a:t>
            </a:r>
            <a:r>
              <a:rPr lang="ja-JP" altLang="ja-JP" dirty="0"/>
              <a:t>ハイスコアを更新すると自動で保存され、次回起動時も前回までの最高記録を表示できるようにした。 </a:t>
            </a:r>
            <a:r>
              <a:rPr lang="ja-JP" altLang="en-US" dirty="0"/>
              <a:t>＋タイトル画面のリセットボタンでデータリセット</a:t>
            </a:r>
            <a:endParaRPr kumimoji="1" lang="ja-JP" altLang="en-US" dirty="0"/>
          </a:p>
        </p:txBody>
      </p:sp>
    </p:spTree>
    <p:extLst>
      <p:ext uri="{BB962C8B-B14F-4D97-AF65-F5344CB8AC3E}">
        <p14:creationId xmlns:p14="http://schemas.microsoft.com/office/powerpoint/2010/main" val="603558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0CCCFCD-D9B2-1E05-49F2-BA1E15351037}"/>
              </a:ext>
            </a:extLst>
          </p:cNvPr>
          <p:cNvSpPr/>
          <p:nvPr/>
        </p:nvSpPr>
        <p:spPr>
          <a:xfrm>
            <a:off x="624964" y="3434352"/>
            <a:ext cx="10933632" cy="2897148"/>
          </a:xfrm>
          <a:prstGeom prst="rect">
            <a:avLst/>
          </a:prstGeom>
          <a:solidFill>
            <a:srgbClr val="FEFAFF"/>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 name="四角形: 角を丸くする 7">
            <a:extLst>
              <a:ext uri="{FF2B5EF4-FFF2-40B4-BE49-F238E27FC236}">
                <a16:creationId xmlns:a16="http://schemas.microsoft.com/office/drawing/2014/main" id="{39A83978-2A7F-DEB3-5CA8-679E8233D312}"/>
              </a:ext>
            </a:extLst>
          </p:cNvPr>
          <p:cNvSpPr/>
          <p:nvPr/>
        </p:nvSpPr>
        <p:spPr>
          <a:xfrm>
            <a:off x="562559" y="2443446"/>
            <a:ext cx="10939919" cy="640447"/>
          </a:xfrm>
          <a:prstGeom prst="roundRect">
            <a:avLst/>
          </a:prstGeom>
          <a:solidFill>
            <a:srgbClr val="FEFAFF"/>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タイトル 1">
            <a:extLst>
              <a:ext uri="{FF2B5EF4-FFF2-40B4-BE49-F238E27FC236}">
                <a16:creationId xmlns:a16="http://schemas.microsoft.com/office/drawing/2014/main" id="{45A25F01-AF03-8EC5-EEC2-66DD8F192862}"/>
              </a:ext>
            </a:extLst>
          </p:cNvPr>
          <p:cNvSpPr>
            <a:spLocks noGrp="1"/>
          </p:cNvSpPr>
          <p:nvPr>
            <p:ph type="title"/>
          </p:nvPr>
        </p:nvSpPr>
        <p:spPr/>
        <p:txBody>
          <a:bodyPr/>
          <a:lstStyle/>
          <a:p>
            <a:r>
              <a:rPr lang="ja-JP" altLang="en-US"/>
              <a:t>苦労した点</a:t>
            </a:r>
            <a:endParaRPr kumimoji="1" lang="ja-JP" altLang="en-US"/>
          </a:p>
        </p:txBody>
      </p:sp>
      <p:sp>
        <p:nvSpPr>
          <p:cNvPr id="3" name="コンテンツ プレースホルダー 2">
            <a:extLst>
              <a:ext uri="{FF2B5EF4-FFF2-40B4-BE49-F238E27FC236}">
                <a16:creationId xmlns:a16="http://schemas.microsoft.com/office/drawing/2014/main" id="{870A9BBD-65EE-E286-7FAF-42A4150968A3}"/>
              </a:ext>
            </a:extLst>
          </p:cNvPr>
          <p:cNvSpPr>
            <a:spLocks noGrp="1"/>
          </p:cNvSpPr>
          <p:nvPr>
            <p:ph idx="1"/>
          </p:nvPr>
        </p:nvSpPr>
        <p:spPr>
          <a:xfrm>
            <a:off x="914399" y="2559171"/>
            <a:ext cx="3410858" cy="3382658"/>
          </a:xfrm>
        </p:spPr>
        <p:txBody>
          <a:bodyPr vert="horz" lIns="91440" tIns="45720" rIns="91440" bIns="45720" rtlCol="0" anchor="t">
            <a:normAutofit/>
          </a:bodyPr>
          <a:lstStyle/>
          <a:p>
            <a:pPr marL="0" indent="0">
              <a:buNone/>
            </a:pPr>
            <a:r>
              <a:rPr lang="ja-JP" altLang="en-US" sz="2400"/>
              <a:t>◎シーン遷移</a:t>
            </a:r>
          </a:p>
          <a:p>
            <a:pPr marL="0" indent="0">
              <a:buNone/>
            </a:pPr>
            <a:endParaRPr lang="ja-JP" altLang="en-US" dirty="0"/>
          </a:p>
          <a:p>
            <a:pPr marL="0" indent="0">
              <a:buNone/>
            </a:pPr>
            <a:r>
              <a:rPr lang="ja-JP" altLang="en-US"/>
              <a:t>DameOver後のRetryでシーン遷移できない問題が発生</a:t>
            </a:r>
            <a:endParaRPr lang="ja-JP" altLang="en-US" dirty="0"/>
          </a:p>
          <a:p>
            <a:pPr marL="0" indent="0">
              <a:buNone/>
            </a:pPr>
            <a:r>
              <a:rPr lang="ja-JP" altLang="en-US"/>
              <a:t>→SceneDataクラスを作成し、プレイ中ステージ名を保持することで解決</a:t>
            </a:r>
            <a:endParaRPr lang="ja-JP" altLang="en-US" dirty="0"/>
          </a:p>
        </p:txBody>
      </p:sp>
      <p:sp>
        <p:nvSpPr>
          <p:cNvPr id="5" name="コンテンツ プレースホルダー 2">
            <a:extLst>
              <a:ext uri="{FF2B5EF4-FFF2-40B4-BE49-F238E27FC236}">
                <a16:creationId xmlns:a16="http://schemas.microsoft.com/office/drawing/2014/main" id="{B3AAACC7-7647-A158-34C6-97F9D8240B4F}"/>
              </a:ext>
            </a:extLst>
          </p:cNvPr>
          <p:cNvSpPr txBox="1">
            <a:spLocks/>
          </p:cNvSpPr>
          <p:nvPr/>
        </p:nvSpPr>
        <p:spPr>
          <a:xfrm>
            <a:off x="4325256" y="2559171"/>
            <a:ext cx="3410858" cy="338265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ja-JP" altLang="en-US" sz="2400"/>
              <a:t>◎スコア管理</a:t>
            </a:r>
          </a:p>
          <a:p>
            <a:pPr marL="0" indent="0">
              <a:buNone/>
            </a:pPr>
            <a:endParaRPr lang="ja-JP" altLang="en-US" dirty="0"/>
          </a:p>
          <a:p>
            <a:pPr marL="0" indent="0">
              <a:buNone/>
            </a:pPr>
            <a:r>
              <a:rPr lang="ja-JP" altLang="en-US"/>
              <a:t>高さスコアしか表示されない</a:t>
            </a:r>
            <a:endParaRPr lang="ja-JP" altLang="en-US" dirty="0"/>
          </a:p>
          <a:p>
            <a:pPr marL="0" indent="0">
              <a:buNone/>
            </a:pPr>
            <a:r>
              <a:rPr lang="ja-JP" altLang="en-US"/>
              <a:t>↓</a:t>
            </a:r>
            <a:endParaRPr lang="ja-JP" altLang="en-US" dirty="0"/>
          </a:p>
          <a:p>
            <a:pPr marL="0" indent="0">
              <a:buNone/>
            </a:pPr>
            <a:r>
              <a:rPr lang="ja-JP" altLang="en-US"/>
              <a:t>高さスコアと撃破スコアを統合して表示</a:t>
            </a:r>
            <a:endParaRPr lang="ja-JP" altLang="en-US" dirty="0"/>
          </a:p>
        </p:txBody>
      </p:sp>
      <p:sp>
        <p:nvSpPr>
          <p:cNvPr id="7" name="コンテンツ プレースホルダー 2">
            <a:extLst>
              <a:ext uri="{FF2B5EF4-FFF2-40B4-BE49-F238E27FC236}">
                <a16:creationId xmlns:a16="http://schemas.microsoft.com/office/drawing/2014/main" id="{8118321C-95D6-CC51-E726-5BD45D25E901}"/>
              </a:ext>
            </a:extLst>
          </p:cNvPr>
          <p:cNvSpPr txBox="1">
            <a:spLocks/>
          </p:cNvSpPr>
          <p:nvPr/>
        </p:nvSpPr>
        <p:spPr>
          <a:xfrm>
            <a:off x="7736113" y="2559171"/>
            <a:ext cx="3410858" cy="338265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ja-JP" altLang="en-US" sz="2400"/>
              <a:t>◎背景生成</a:t>
            </a:r>
          </a:p>
          <a:p>
            <a:pPr marL="0" indent="0">
              <a:buNone/>
            </a:pPr>
            <a:endParaRPr lang="ja-JP" altLang="en-US" dirty="0"/>
          </a:p>
          <a:p>
            <a:pPr marL="0" indent="0">
              <a:buNone/>
            </a:pPr>
            <a:r>
              <a:rPr lang="ja-JP" altLang="en-US"/>
              <a:t>背景が途中から上下反転しなくなる</a:t>
            </a:r>
            <a:endParaRPr lang="ja-JP" altLang="en-US" dirty="0"/>
          </a:p>
          <a:p>
            <a:pPr marL="0" indent="0">
              <a:buNone/>
            </a:pPr>
            <a:r>
              <a:rPr lang="ja-JP" altLang="en-US"/>
              <a:t>↓</a:t>
            </a:r>
            <a:endParaRPr lang="ja-JP" altLang="en-US" dirty="0"/>
          </a:p>
          <a:p>
            <a:pPr marL="0" indent="0">
              <a:buNone/>
            </a:pPr>
            <a:r>
              <a:rPr lang="ja-JP" altLang="en-US"/>
              <a:t>生成フラグを見直し。口語に反転するよう修正</a:t>
            </a:r>
            <a:endParaRPr lang="ja-JP" altLang="en-US" dirty="0"/>
          </a:p>
        </p:txBody>
      </p:sp>
      <p:cxnSp>
        <p:nvCxnSpPr>
          <p:cNvPr id="10" name="直線矢印コネクタ 9">
            <a:extLst>
              <a:ext uri="{FF2B5EF4-FFF2-40B4-BE49-F238E27FC236}">
                <a16:creationId xmlns:a16="http://schemas.microsoft.com/office/drawing/2014/main" id="{5E56043A-6A41-475F-D40C-FABECC35499C}"/>
              </a:ext>
            </a:extLst>
          </p:cNvPr>
          <p:cNvCxnSpPr/>
          <p:nvPr/>
        </p:nvCxnSpPr>
        <p:spPr>
          <a:xfrm flipH="1">
            <a:off x="4166822" y="2445092"/>
            <a:ext cx="32994" cy="3890375"/>
          </a:xfrm>
          <a:prstGeom prst="straightConnector1">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35FF1F2C-9596-FAF1-4464-858CFFE90089}"/>
              </a:ext>
            </a:extLst>
          </p:cNvPr>
          <p:cNvCxnSpPr/>
          <p:nvPr/>
        </p:nvCxnSpPr>
        <p:spPr>
          <a:xfrm>
            <a:off x="7682353" y="2430578"/>
            <a:ext cx="24474" cy="3904889"/>
          </a:xfrm>
          <a:prstGeom prst="straightConnector1">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7271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F2BAC1-28E6-64CD-D1BD-5EFF1DF9AE45}"/>
              </a:ext>
            </a:extLst>
          </p:cNvPr>
          <p:cNvSpPr>
            <a:spLocks noGrp="1"/>
          </p:cNvSpPr>
          <p:nvPr>
            <p:ph type="title"/>
          </p:nvPr>
        </p:nvSpPr>
        <p:spPr>
          <a:xfrm>
            <a:off x="9797143" y="5499287"/>
            <a:ext cx="4371702" cy="739517"/>
          </a:xfrm>
        </p:spPr>
        <p:txBody>
          <a:bodyPr>
            <a:normAutofit/>
          </a:bodyPr>
          <a:lstStyle/>
          <a:p>
            <a:r>
              <a:rPr lang="ja-JP" altLang="en-US" sz="2800" dirty="0"/>
              <a:t>システム</a:t>
            </a:r>
            <a:r>
              <a:rPr lang="ja-JP" altLang="en-US" sz="3200" dirty="0"/>
              <a:t>構成</a:t>
            </a:r>
            <a:endParaRPr kumimoji="1" lang="ja-JP" altLang="en-US" sz="3200" dirty="0"/>
          </a:p>
        </p:txBody>
      </p:sp>
      <p:sp>
        <p:nvSpPr>
          <p:cNvPr id="3" name="コンテンツ プレースホルダー 2">
            <a:extLst>
              <a:ext uri="{FF2B5EF4-FFF2-40B4-BE49-F238E27FC236}">
                <a16:creationId xmlns:a16="http://schemas.microsoft.com/office/drawing/2014/main" id="{AAAFEE78-AAB0-CC0F-BA8A-74BBD0D6FC27}"/>
              </a:ext>
            </a:extLst>
          </p:cNvPr>
          <p:cNvSpPr>
            <a:spLocks noGrp="1"/>
          </p:cNvSpPr>
          <p:nvPr>
            <p:ph idx="1"/>
          </p:nvPr>
        </p:nvSpPr>
        <p:spPr>
          <a:xfrm>
            <a:off x="914400" y="8870648"/>
            <a:ext cx="10363200" cy="3977743"/>
          </a:xfrm>
        </p:spPr>
        <p:txBody>
          <a:bodyPr vert="horz" lIns="91440" tIns="45720" rIns="91440" bIns="45720" rtlCol="0" anchor="t">
            <a:normAutofit/>
          </a:bodyPr>
          <a:lstStyle/>
          <a:p>
            <a:endParaRPr lang="ja-JP" altLang="en-US" dirty="0"/>
          </a:p>
          <a:p>
            <a:endParaRPr lang="ja-JP" altLang="en-US" dirty="0"/>
          </a:p>
        </p:txBody>
      </p:sp>
      <p:graphicFrame>
        <p:nvGraphicFramePr>
          <p:cNvPr id="6" name="図表 5">
            <a:extLst>
              <a:ext uri="{FF2B5EF4-FFF2-40B4-BE49-F238E27FC236}">
                <a16:creationId xmlns:a16="http://schemas.microsoft.com/office/drawing/2014/main" id="{83E6FDB3-F7A8-5AA9-E3A4-144A78C5D4A1}"/>
              </a:ext>
            </a:extLst>
          </p:cNvPr>
          <p:cNvGraphicFramePr/>
          <p:nvPr>
            <p:extLst>
              <p:ext uri="{D42A27DB-BD31-4B8C-83A1-F6EECF244321}">
                <p14:modId xmlns:p14="http://schemas.microsoft.com/office/powerpoint/2010/main" val="1028808760"/>
              </p:ext>
            </p:extLst>
          </p:nvPr>
        </p:nvGraphicFramePr>
        <p:xfrm>
          <a:off x="5317067" y="359833"/>
          <a:ext cx="6874933" cy="6138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図表 6">
            <a:extLst>
              <a:ext uri="{FF2B5EF4-FFF2-40B4-BE49-F238E27FC236}">
                <a16:creationId xmlns:a16="http://schemas.microsoft.com/office/drawing/2014/main" id="{616681FF-0DFA-B308-1348-DB1633783611}"/>
              </a:ext>
            </a:extLst>
          </p:cNvPr>
          <p:cNvGraphicFramePr/>
          <p:nvPr>
            <p:extLst>
              <p:ext uri="{D42A27DB-BD31-4B8C-83A1-F6EECF244321}">
                <p14:modId xmlns:p14="http://schemas.microsoft.com/office/powerpoint/2010/main" val="2798031150"/>
              </p:ext>
            </p:extLst>
          </p:nvPr>
        </p:nvGraphicFramePr>
        <p:xfrm>
          <a:off x="-423333" y="1507172"/>
          <a:ext cx="6874933" cy="4950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9" name="直線矢印コネクタ 8">
            <a:extLst>
              <a:ext uri="{FF2B5EF4-FFF2-40B4-BE49-F238E27FC236}">
                <a16:creationId xmlns:a16="http://schemas.microsoft.com/office/drawing/2014/main" id="{0C76C1CC-A9CB-1271-F4EA-A31716DD716E}"/>
              </a:ext>
            </a:extLst>
          </p:cNvPr>
          <p:cNvCxnSpPr/>
          <p:nvPr/>
        </p:nvCxnSpPr>
        <p:spPr>
          <a:xfrm>
            <a:off x="2002971" y="3944983"/>
            <a:ext cx="1558835" cy="11756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線矢印コネクタ 10">
            <a:extLst>
              <a:ext uri="{FF2B5EF4-FFF2-40B4-BE49-F238E27FC236}">
                <a16:creationId xmlns:a16="http://schemas.microsoft.com/office/drawing/2014/main" id="{02BD4995-904D-E005-417C-096EEF4B1F93}"/>
              </a:ext>
            </a:extLst>
          </p:cNvPr>
          <p:cNvCxnSpPr/>
          <p:nvPr/>
        </p:nvCxnSpPr>
        <p:spPr>
          <a:xfrm>
            <a:off x="2002971" y="3944983"/>
            <a:ext cx="95795" cy="992777"/>
          </a:xfrm>
          <a:prstGeom prst="straightConnector1">
            <a:avLst/>
          </a:prstGeom>
          <a:ln>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13" name="テキスト ボックス 12">
            <a:extLst>
              <a:ext uri="{FF2B5EF4-FFF2-40B4-BE49-F238E27FC236}">
                <a16:creationId xmlns:a16="http://schemas.microsoft.com/office/drawing/2014/main" id="{5E2A1AB2-A7B6-91AB-60BA-586A4A4BFAD6}"/>
              </a:ext>
            </a:extLst>
          </p:cNvPr>
          <p:cNvSpPr txBox="1"/>
          <p:nvPr/>
        </p:nvSpPr>
        <p:spPr>
          <a:xfrm>
            <a:off x="2196979" y="4568428"/>
            <a:ext cx="1018903" cy="369332"/>
          </a:xfrm>
          <a:prstGeom prst="rect">
            <a:avLst/>
          </a:prstGeom>
          <a:noFill/>
        </p:spPr>
        <p:txBody>
          <a:bodyPr wrap="square" rtlCol="0">
            <a:spAutoFit/>
          </a:bodyPr>
          <a:lstStyle/>
          <a:p>
            <a:r>
              <a:rPr kumimoji="1" lang="en-US" altLang="ja-JP" dirty="0">
                <a:latin typeface="ADLaM Display" panose="02010000000000000000" pitchFamily="2" charset="0"/>
                <a:ea typeface="ADLaM Display" panose="02010000000000000000" pitchFamily="2" charset="0"/>
                <a:cs typeface="ADLaM Display" panose="02010000000000000000" pitchFamily="2" charset="0"/>
              </a:rPr>
              <a:t>Retry</a:t>
            </a:r>
            <a:endParaRPr kumimoji="1" lang="ja-JP" altLang="en-US" dirty="0">
              <a:latin typeface="ADLaM Display" panose="02010000000000000000" pitchFamily="2" charset="0"/>
              <a:cs typeface="ADLaM Display" panose="02010000000000000000" pitchFamily="2" charset="0"/>
            </a:endParaRPr>
          </a:p>
        </p:txBody>
      </p:sp>
      <p:cxnSp>
        <p:nvCxnSpPr>
          <p:cNvPr id="15" name="直線コネクタ 14">
            <a:extLst>
              <a:ext uri="{FF2B5EF4-FFF2-40B4-BE49-F238E27FC236}">
                <a16:creationId xmlns:a16="http://schemas.microsoft.com/office/drawing/2014/main" id="{B0E01F84-7C28-B370-B454-133A39D6CA9F}"/>
              </a:ext>
            </a:extLst>
          </p:cNvPr>
          <p:cNvCxnSpPr/>
          <p:nvPr/>
        </p:nvCxnSpPr>
        <p:spPr>
          <a:xfrm>
            <a:off x="5704114" y="-128451"/>
            <a:ext cx="0" cy="711490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542B9C2F-37A7-09EC-E6FB-CE7E5CE7F793}"/>
              </a:ext>
            </a:extLst>
          </p:cNvPr>
          <p:cNvSpPr txBox="1"/>
          <p:nvPr/>
        </p:nvSpPr>
        <p:spPr>
          <a:xfrm>
            <a:off x="818606" y="400063"/>
            <a:ext cx="2743200" cy="523220"/>
          </a:xfrm>
          <a:prstGeom prst="rect">
            <a:avLst/>
          </a:prstGeom>
          <a:noFill/>
        </p:spPr>
        <p:txBody>
          <a:bodyPr wrap="square" rtlCol="0">
            <a:spAutoFit/>
          </a:bodyPr>
          <a:lstStyle/>
          <a:p>
            <a:r>
              <a:rPr kumimoji="1" lang="ja-JP" altLang="en-US" sz="2800" dirty="0"/>
              <a:t>画面遷移</a:t>
            </a:r>
          </a:p>
        </p:txBody>
      </p:sp>
      <p:cxnSp>
        <p:nvCxnSpPr>
          <p:cNvPr id="18" name="直線コネクタ 17">
            <a:extLst>
              <a:ext uri="{FF2B5EF4-FFF2-40B4-BE49-F238E27FC236}">
                <a16:creationId xmlns:a16="http://schemas.microsoft.com/office/drawing/2014/main" id="{C5098A93-A6D7-A343-1F91-C276CE2153F4}"/>
              </a:ext>
            </a:extLst>
          </p:cNvPr>
          <p:cNvCxnSpPr/>
          <p:nvPr/>
        </p:nvCxnSpPr>
        <p:spPr>
          <a:xfrm>
            <a:off x="10130971" y="6110514"/>
            <a:ext cx="1712686"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284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D70F62-BCA0-9914-E0C5-43C1AC2620D2}"/>
              </a:ext>
            </a:extLst>
          </p:cNvPr>
          <p:cNvSpPr>
            <a:spLocks noGrp="1"/>
          </p:cNvSpPr>
          <p:nvPr>
            <p:ph type="title"/>
          </p:nvPr>
        </p:nvSpPr>
        <p:spPr/>
        <p:txBody>
          <a:bodyPr/>
          <a:lstStyle/>
          <a:p>
            <a:r>
              <a:rPr kumimoji="1" lang="ja-JP" altLang="en-US" dirty="0"/>
              <a:t>プレイ画面</a:t>
            </a:r>
          </a:p>
        </p:txBody>
      </p:sp>
      <p:sp>
        <p:nvSpPr>
          <p:cNvPr id="3" name="コンテンツ プレースホルダー 2">
            <a:extLst>
              <a:ext uri="{FF2B5EF4-FFF2-40B4-BE49-F238E27FC236}">
                <a16:creationId xmlns:a16="http://schemas.microsoft.com/office/drawing/2014/main" id="{ADD458CF-8F3B-6C2F-C3EF-A36EB103E8F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4294948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9EF7DCE5-5A92-F367-171E-A195486DFFD4}"/>
              </a:ext>
            </a:extLst>
          </p:cNvPr>
          <p:cNvSpPr/>
          <p:nvPr/>
        </p:nvSpPr>
        <p:spPr>
          <a:xfrm>
            <a:off x="584200" y="872417"/>
            <a:ext cx="5842000" cy="543947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DB7670E4-63DC-AB3F-146D-8A3B642455EB}"/>
              </a:ext>
            </a:extLst>
          </p:cNvPr>
          <p:cNvSpPr/>
          <p:nvPr/>
        </p:nvSpPr>
        <p:spPr>
          <a:xfrm>
            <a:off x="7958662" y="869822"/>
            <a:ext cx="2455333" cy="56557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08FBA4F-A209-6BC4-626D-B35FDCCC3D4A}"/>
              </a:ext>
            </a:extLst>
          </p:cNvPr>
          <p:cNvSpPr>
            <a:spLocks noGrp="1"/>
          </p:cNvSpPr>
          <p:nvPr>
            <p:ph type="title"/>
          </p:nvPr>
        </p:nvSpPr>
        <p:spPr>
          <a:xfrm>
            <a:off x="1083731" y="1294379"/>
            <a:ext cx="10363200" cy="1187570"/>
          </a:xfrm>
        </p:spPr>
        <p:txBody>
          <a:bodyPr>
            <a:normAutofit/>
          </a:bodyPr>
          <a:lstStyle/>
          <a:p>
            <a:r>
              <a:rPr kumimoji="1" lang="ja-JP" altLang="en-US" dirty="0"/>
              <a:t>まとめ・学んだこと</a:t>
            </a:r>
          </a:p>
        </p:txBody>
      </p:sp>
      <p:sp>
        <p:nvSpPr>
          <p:cNvPr id="3" name="コンテンツ プレースホルダー 2">
            <a:extLst>
              <a:ext uri="{FF2B5EF4-FFF2-40B4-BE49-F238E27FC236}">
                <a16:creationId xmlns:a16="http://schemas.microsoft.com/office/drawing/2014/main" id="{55D4EB88-E7E7-998D-8E3D-7128E5BAE1D9}"/>
              </a:ext>
            </a:extLst>
          </p:cNvPr>
          <p:cNvSpPr>
            <a:spLocks noGrp="1"/>
          </p:cNvSpPr>
          <p:nvPr>
            <p:ph idx="1"/>
          </p:nvPr>
        </p:nvSpPr>
        <p:spPr>
          <a:xfrm>
            <a:off x="914400" y="2180963"/>
            <a:ext cx="5181600" cy="3382658"/>
          </a:xfrm>
        </p:spPr>
        <p:txBody>
          <a:bodyPr/>
          <a:lstStyle/>
          <a:p>
            <a:r>
              <a:rPr lang="ja-JP" altLang="ja-JP" dirty="0"/>
              <a:t>UIイベント処理</a:t>
            </a:r>
            <a:endParaRPr lang="en-US" altLang="ja-JP" dirty="0"/>
          </a:p>
          <a:p>
            <a:r>
              <a:rPr lang="ja-JP" altLang="ja-JP" dirty="0"/>
              <a:t> PlayerPrefsによるデータ保存 </a:t>
            </a:r>
            <a:endParaRPr lang="en-US" altLang="ja-JP" dirty="0"/>
          </a:p>
          <a:p>
            <a:r>
              <a:rPr lang="ja-JP" altLang="ja-JP" dirty="0"/>
              <a:t>エラー調査・デバッグ </a:t>
            </a:r>
            <a:r>
              <a:rPr lang="ja-JP" altLang="en-US" dirty="0"/>
              <a:t>を利用した原因調査</a:t>
            </a:r>
            <a:endParaRPr lang="en-US" altLang="ja-JP" dirty="0"/>
          </a:p>
          <a:p>
            <a:r>
              <a:rPr lang="ja-JP" altLang="ja-JP" dirty="0"/>
              <a:t>MissingReferenceExceptionなどのエラーを一つずつ解決</a:t>
            </a:r>
            <a:endParaRPr lang="en-US" altLang="ja-JP" dirty="0"/>
          </a:p>
          <a:p>
            <a:r>
              <a:rPr lang="ja-JP" altLang="ja-JP" dirty="0"/>
              <a:t>オブジェクト管理</a:t>
            </a:r>
            <a:endParaRPr lang="en-US" altLang="ja-JP" dirty="0"/>
          </a:p>
          <a:p>
            <a:endParaRPr kumimoji="1" lang="ja-JP" altLang="en-US" dirty="0"/>
          </a:p>
        </p:txBody>
      </p:sp>
      <p:sp>
        <p:nvSpPr>
          <p:cNvPr id="4" name="テキスト ボックス 3">
            <a:extLst>
              <a:ext uri="{FF2B5EF4-FFF2-40B4-BE49-F238E27FC236}">
                <a16:creationId xmlns:a16="http://schemas.microsoft.com/office/drawing/2014/main" id="{060EC20E-73D0-2BDF-A826-84A0AA08111E}"/>
              </a:ext>
            </a:extLst>
          </p:cNvPr>
          <p:cNvSpPr txBox="1"/>
          <p:nvPr/>
        </p:nvSpPr>
        <p:spPr>
          <a:xfrm>
            <a:off x="8297328" y="1724241"/>
            <a:ext cx="4233333" cy="4801314"/>
          </a:xfrm>
          <a:prstGeom prst="rect">
            <a:avLst/>
          </a:prstGeom>
          <a:noFill/>
        </p:spPr>
        <p:txBody>
          <a:bodyPr wrap="square" rtlCol="0">
            <a:spAutoFit/>
          </a:bodyPr>
          <a:lstStyle/>
          <a:p>
            <a:r>
              <a:rPr kumimoji="1" lang="en-US" altLang="ja-JP" b="1" dirty="0"/>
              <a:t>Unity6</a:t>
            </a:r>
          </a:p>
          <a:p>
            <a:endParaRPr kumimoji="1" lang="en-US" altLang="ja-JP" b="1" dirty="0"/>
          </a:p>
          <a:p>
            <a:r>
              <a:rPr kumimoji="1" lang="en-US" altLang="ja-JP" b="1" dirty="0"/>
              <a:t>C#</a:t>
            </a:r>
          </a:p>
          <a:p>
            <a:endParaRPr kumimoji="1" lang="en-US" altLang="ja-JP" b="1" dirty="0"/>
          </a:p>
          <a:p>
            <a:r>
              <a:rPr kumimoji="1" lang="en-US" altLang="ja-JP" b="1" dirty="0"/>
              <a:t>Input System</a:t>
            </a:r>
          </a:p>
          <a:p>
            <a:endParaRPr kumimoji="1" lang="en-US" altLang="ja-JP" b="1" dirty="0"/>
          </a:p>
          <a:p>
            <a:r>
              <a:rPr kumimoji="1" lang="en-US" altLang="ja-JP" b="1" dirty="0"/>
              <a:t>Animator</a:t>
            </a:r>
          </a:p>
          <a:p>
            <a:endParaRPr kumimoji="1" lang="en-US" altLang="ja-JP" b="1" dirty="0"/>
          </a:p>
          <a:p>
            <a:r>
              <a:rPr kumimoji="1" lang="en-US" altLang="ja-JP" b="1" dirty="0"/>
              <a:t>Particle System</a:t>
            </a:r>
          </a:p>
          <a:p>
            <a:endParaRPr kumimoji="1" lang="en-US" altLang="ja-JP" b="1" dirty="0"/>
          </a:p>
          <a:p>
            <a:r>
              <a:rPr kumimoji="1" lang="en-US" altLang="ja-JP" b="1" dirty="0" err="1"/>
              <a:t>PlayerPrefs</a:t>
            </a:r>
            <a:endParaRPr kumimoji="1" lang="en-US" altLang="ja-JP" b="1" dirty="0"/>
          </a:p>
          <a:p>
            <a:endParaRPr kumimoji="1" lang="en-US" altLang="ja-JP" b="1" dirty="0"/>
          </a:p>
          <a:p>
            <a:r>
              <a:rPr kumimoji="1" lang="en-US" altLang="ja-JP" b="1" dirty="0" err="1"/>
              <a:t>TextMeshPro</a:t>
            </a:r>
            <a:endParaRPr kumimoji="1" lang="en-US" altLang="ja-JP" b="1" dirty="0"/>
          </a:p>
          <a:p>
            <a:endParaRPr kumimoji="1" lang="en-US" altLang="ja-JP" b="1" dirty="0"/>
          </a:p>
          <a:p>
            <a:r>
              <a:rPr kumimoji="1" lang="en-US" altLang="ja-JP" b="1" dirty="0"/>
              <a:t>GitHub</a:t>
            </a:r>
          </a:p>
          <a:p>
            <a:endParaRPr kumimoji="1" lang="en-US" altLang="ja-JP" b="1" dirty="0"/>
          </a:p>
          <a:p>
            <a:r>
              <a:rPr kumimoji="1" lang="en-US" altLang="ja-JP" b="1" dirty="0"/>
              <a:t>Visual Studio</a:t>
            </a:r>
            <a:endParaRPr kumimoji="1" lang="ja-JP" altLang="en-US" b="1" dirty="0"/>
          </a:p>
        </p:txBody>
      </p:sp>
      <p:sp>
        <p:nvSpPr>
          <p:cNvPr id="6" name="テキスト ボックス 5">
            <a:extLst>
              <a:ext uri="{FF2B5EF4-FFF2-40B4-BE49-F238E27FC236}">
                <a16:creationId xmlns:a16="http://schemas.microsoft.com/office/drawing/2014/main" id="{539D9762-6B03-EC9E-9002-B5C4D05E4A5D}"/>
              </a:ext>
            </a:extLst>
          </p:cNvPr>
          <p:cNvSpPr txBox="1"/>
          <p:nvPr/>
        </p:nvSpPr>
        <p:spPr>
          <a:xfrm>
            <a:off x="8288861" y="1032769"/>
            <a:ext cx="2302932" cy="523220"/>
          </a:xfrm>
          <a:prstGeom prst="rect">
            <a:avLst/>
          </a:prstGeom>
          <a:noFill/>
        </p:spPr>
        <p:txBody>
          <a:bodyPr wrap="square" rtlCol="0">
            <a:spAutoFit/>
          </a:bodyPr>
          <a:lstStyle/>
          <a:p>
            <a:r>
              <a:rPr kumimoji="1" lang="ja-JP" altLang="en-US" sz="2800" b="1" dirty="0">
                <a:latin typeface="BIZ UDゴシック" panose="020B0400000000000000" pitchFamily="49" charset="-128"/>
                <a:ea typeface="BIZ UDゴシック" panose="020B0400000000000000" pitchFamily="49" charset="-128"/>
                <a:cs typeface="ADLaM Display" panose="02010000000000000000" pitchFamily="2" charset="0"/>
              </a:rPr>
              <a:t>使用技術</a:t>
            </a:r>
          </a:p>
        </p:txBody>
      </p:sp>
    </p:spTree>
    <p:extLst>
      <p:ext uri="{BB962C8B-B14F-4D97-AF65-F5344CB8AC3E}">
        <p14:creationId xmlns:p14="http://schemas.microsoft.com/office/powerpoint/2010/main" val="2019184635"/>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docProps/app.xml><?xml version="1.0" encoding="utf-8"?>
<Properties xmlns="http://schemas.openxmlformats.org/officeDocument/2006/extended-properties" xmlns:vt="http://schemas.openxmlformats.org/officeDocument/2006/docPropsVTypes">
  <TotalTime>34</TotalTime>
  <Words>488</Words>
  <Application>Microsoft Office PowerPoint</Application>
  <PresentationFormat>ワイド画面</PresentationFormat>
  <Paragraphs>104</Paragraphs>
  <Slides>8</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8</vt:i4>
      </vt:variant>
    </vt:vector>
  </HeadingPairs>
  <TitlesOfParts>
    <vt:vector size="15" baseType="lpstr">
      <vt:lpstr>BIZ UDゴシック</vt:lpstr>
      <vt:lpstr>ＭＳ Ｐゴシック</vt:lpstr>
      <vt:lpstr>ADLaM Display</vt:lpstr>
      <vt:lpstr>Aptos Display</vt:lpstr>
      <vt:lpstr>Arial</vt:lpstr>
      <vt:lpstr>Grandview Display</vt:lpstr>
      <vt:lpstr>DashVTI</vt:lpstr>
      <vt:lpstr>Jumping Rabbbits  ジャンル： 2D縦スクロールジャンプアクションゲーム</vt:lpstr>
      <vt:lpstr>ゲーム概要</vt:lpstr>
      <vt:lpstr>制作目的</vt:lpstr>
      <vt:lpstr>工夫したポイント</vt:lpstr>
      <vt:lpstr>苦労した点</vt:lpstr>
      <vt:lpstr>システム構成</vt:lpstr>
      <vt:lpstr>プレイ画面</vt:lpstr>
      <vt:lpstr>まとめ・学んだこと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akane takayama</cp:lastModifiedBy>
  <cp:revision>386</cp:revision>
  <dcterms:created xsi:type="dcterms:W3CDTF">2026-06-25T01:06:42Z</dcterms:created>
  <dcterms:modified xsi:type="dcterms:W3CDTF">2026-06-29T14:40:26Z</dcterms:modified>
</cp:coreProperties>
</file>